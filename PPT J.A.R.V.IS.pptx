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0972800" cy="7315200"/>
  <p:notesSz cx="6858000" cy="9144000"/>
  <p:defaultText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p15:clr>
            <a:srgbClr val="A4A3A4"/>
          </p15:clr>
        </p15:guide>
        <p15:guide id="2" pos="34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83069" autoAdjust="0"/>
  </p:normalViewPr>
  <p:slideViewPr>
    <p:cSldViewPr>
      <p:cViewPr varScale="1">
        <p:scale>
          <a:sx n="77" d="100"/>
          <a:sy n="77" d="100"/>
        </p:scale>
        <p:origin x="1680" y="96"/>
      </p:cViewPr>
      <p:guideLst>
        <p:guide orient="horz" pos="2304"/>
        <p:guide pos="3456"/>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9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1048698"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571402-181B-4778-88A2-CE98ADA254E1}" type="datetimeFigureOut">
              <a:rPr lang="en-US" smtClean="0"/>
              <a:t>11/20/2023</a:t>
            </a:fld>
            <a:endParaRPr lang="en-US" dirty="0"/>
          </a:p>
        </p:txBody>
      </p:sp>
      <p:sp>
        <p:nvSpPr>
          <p:cNvPr id="1048699"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48700"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1"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1048702"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927F71-13B9-4F8B-A7FA-06F36091B277}"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1044976" rtl="0" eaLnBrk="1" latinLnBrk="0" hangingPunct="1">
      <a:defRPr sz="1400" kern="1200">
        <a:solidFill>
          <a:schemeClr val="tx1"/>
        </a:solidFill>
        <a:latin typeface="+mn-lt"/>
        <a:ea typeface="+mn-ea"/>
        <a:cs typeface="+mn-cs"/>
      </a:defRPr>
    </a:lvl1pPr>
    <a:lvl2pPr marL="522488" algn="l" defTabSz="1044976" rtl="0" eaLnBrk="1" latinLnBrk="0" hangingPunct="1">
      <a:defRPr sz="1400" kern="1200">
        <a:solidFill>
          <a:schemeClr val="tx1"/>
        </a:solidFill>
        <a:latin typeface="+mn-lt"/>
        <a:ea typeface="+mn-ea"/>
        <a:cs typeface="+mn-cs"/>
      </a:defRPr>
    </a:lvl2pPr>
    <a:lvl3pPr marL="1044976" algn="l" defTabSz="1044976" rtl="0" eaLnBrk="1" latinLnBrk="0" hangingPunct="1">
      <a:defRPr sz="1400" kern="1200">
        <a:solidFill>
          <a:schemeClr val="tx1"/>
        </a:solidFill>
        <a:latin typeface="+mn-lt"/>
        <a:ea typeface="+mn-ea"/>
        <a:cs typeface="+mn-cs"/>
      </a:defRPr>
    </a:lvl3pPr>
    <a:lvl4pPr marL="1567464" algn="l" defTabSz="1044976" rtl="0" eaLnBrk="1" latinLnBrk="0" hangingPunct="1">
      <a:defRPr sz="1400" kern="1200">
        <a:solidFill>
          <a:schemeClr val="tx1"/>
        </a:solidFill>
        <a:latin typeface="+mn-lt"/>
        <a:ea typeface="+mn-ea"/>
        <a:cs typeface="+mn-cs"/>
      </a:defRPr>
    </a:lvl4pPr>
    <a:lvl5pPr marL="2089953" algn="l" defTabSz="1044976" rtl="0" eaLnBrk="1" latinLnBrk="0" hangingPunct="1">
      <a:defRPr sz="1400" kern="1200">
        <a:solidFill>
          <a:schemeClr val="tx1"/>
        </a:solidFill>
        <a:latin typeface="+mn-lt"/>
        <a:ea typeface="+mn-ea"/>
        <a:cs typeface="+mn-cs"/>
      </a:defRPr>
    </a:lvl5pPr>
    <a:lvl6pPr marL="2612441" algn="l" defTabSz="1044976" rtl="0" eaLnBrk="1" latinLnBrk="0" hangingPunct="1">
      <a:defRPr sz="1400" kern="1200">
        <a:solidFill>
          <a:schemeClr val="tx1"/>
        </a:solidFill>
        <a:latin typeface="+mn-lt"/>
        <a:ea typeface="+mn-ea"/>
        <a:cs typeface="+mn-cs"/>
      </a:defRPr>
    </a:lvl6pPr>
    <a:lvl7pPr marL="3134929" algn="l" defTabSz="1044976" rtl="0" eaLnBrk="1" latinLnBrk="0" hangingPunct="1">
      <a:defRPr sz="1400" kern="1200">
        <a:solidFill>
          <a:schemeClr val="tx1"/>
        </a:solidFill>
        <a:latin typeface="+mn-lt"/>
        <a:ea typeface="+mn-ea"/>
        <a:cs typeface="+mn-cs"/>
      </a:defRPr>
    </a:lvl7pPr>
    <a:lvl8pPr marL="3657417" algn="l" defTabSz="1044976" rtl="0" eaLnBrk="1" latinLnBrk="0" hangingPunct="1">
      <a:defRPr sz="1400" kern="1200">
        <a:solidFill>
          <a:schemeClr val="tx1"/>
        </a:solidFill>
        <a:latin typeface="+mn-lt"/>
        <a:ea typeface="+mn-ea"/>
        <a:cs typeface="+mn-cs"/>
      </a:defRPr>
    </a:lvl8pPr>
    <a:lvl9pPr marL="4179905" algn="l" defTabSz="1044976"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0" name="Title 1"/>
          <p:cNvSpPr>
            <a:spLocks noGrp="1"/>
          </p:cNvSpPr>
          <p:nvPr>
            <p:ph type="ctrTitle"/>
          </p:nvPr>
        </p:nvSpPr>
        <p:spPr>
          <a:xfrm>
            <a:off x="822960" y="2272454"/>
            <a:ext cx="9326880" cy="1568027"/>
          </a:xfrm>
          <a:prstGeom prst="rect">
            <a:avLst/>
          </a:prstGeom>
        </p:spPr>
        <p:txBody>
          <a:bodyPr/>
          <a:lstStyle/>
          <a:p>
            <a:r>
              <a:rPr lang="en-US"/>
              <a:t>Click to edit Master title style</a:t>
            </a:r>
          </a:p>
        </p:txBody>
      </p:sp>
      <p:sp>
        <p:nvSpPr>
          <p:cNvPr id="1048581" name="Subtitle 2"/>
          <p:cNvSpPr>
            <a:spLocks noGrp="1"/>
          </p:cNvSpPr>
          <p:nvPr>
            <p:ph type="subTitle" idx="1"/>
          </p:nvPr>
        </p:nvSpPr>
        <p:spPr>
          <a:xfrm>
            <a:off x="1645920" y="4145280"/>
            <a:ext cx="7680960" cy="1869440"/>
          </a:xfrm>
        </p:spPr>
        <p:txBody>
          <a:bodyPr/>
          <a:lstStyle>
            <a:lvl1pPr marL="0" indent="0" algn="ctr">
              <a:buNone/>
              <a:defRPr>
                <a:solidFill>
                  <a:schemeClr val="tx1">
                    <a:tint val="75000"/>
                  </a:schemeClr>
                </a:solidFill>
              </a:defRPr>
            </a:lvl1pPr>
            <a:lvl2pPr marL="522488" indent="0" algn="ctr">
              <a:buNone/>
              <a:defRPr>
                <a:solidFill>
                  <a:schemeClr val="tx1">
                    <a:tint val="75000"/>
                  </a:schemeClr>
                </a:solidFill>
              </a:defRPr>
            </a:lvl2pPr>
            <a:lvl3pPr marL="1044976" indent="0" algn="ctr">
              <a:buNone/>
              <a:defRPr>
                <a:solidFill>
                  <a:schemeClr val="tx1">
                    <a:tint val="75000"/>
                  </a:schemeClr>
                </a:solidFill>
              </a:defRPr>
            </a:lvl3pPr>
            <a:lvl4pPr marL="1567464" indent="0" algn="ctr">
              <a:buNone/>
              <a:defRPr>
                <a:solidFill>
                  <a:schemeClr val="tx1">
                    <a:tint val="75000"/>
                  </a:schemeClr>
                </a:solidFill>
              </a:defRPr>
            </a:lvl4pPr>
            <a:lvl5pPr marL="2089953" indent="0" algn="ctr">
              <a:buNone/>
              <a:defRPr>
                <a:solidFill>
                  <a:schemeClr val="tx1">
                    <a:tint val="75000"/>
                  </a:schemeClr>
                </a:solidFill>
              </a:defRPr>
            </a:lvl5pPr>
            <a:lvl6pPr marL="2612441" indent="0" algn="ctr">
              <a:buNone/>
              <a:defRPr>
                <a:solidFill>
                  <a:schemeClr val="tx1">
                    <a:tint val="75000"/>
                  </a:schemeClr>
                </a:solidFill>
              </a:defRPr>
            </a:lvl6pPr>
            <a:lvl7pPr marL="3134929" indent="0" algn="ctr">
              <a:buNone/>
              <a:defRPr>
                <a:solidFill>
                  <a:schemeClr val="tx1">
                    <a:tint val="75000"/>
                  </a:schemeClr>
                </a:solidFill>
              </a:defRPr>
            </a:lvl7pPr>
            <a:lvl8pPr marL="3657417" indent="0" algn="ctr">
              <a:buNone/>
              <a:defRPr>
                <a:solidFill>
                  <a:schemeClr val="tx1">
                    <a:tint val="75000"/>
                  </a:schemeClr>
                </a:solidFill>
              </a:defRPr>
            </a:lvl8pPr>
            <a:lvl9pPr marL="4179905" indent="0" algn="ctr">
              <a:buNone/>
              <a:defRPr>
                <a:solidFill>
                  <a:schemeClr val="tx1">
                    <a:tint val="75000"/>
                  </a:schemeClr>
                </a:solidFill>
              </a:defRPr>
            </a:lvl9pPr>
          </a:lstStyle>
          <a:p>
            <a:r>
              <a:rPr lang="en-US"/>
              <a:t>Click to edit Master subtitle style</a:t>
            </a:r>
          </a:p>
        </p:txBody>
      </p:sp>
      <p:sp>
        <p:nvSpPr>
          <p:cNvPr id="1048582" name="Date Placeholder 3"/>
          <p:cNvSpPr>
            <a:spLocks noGrp="1"/>
          </p:cNvSpPr>
          <p:nvPr>
            <p:ph type="dt" sz="half" idx="10"/>
          </p:nvPr>
        </p:nvSpPr>
        <p:spPr/>
        <p:txBody>
          <a:bodyPr/>
          <a:lstStyle/>
          <a:p>
            <a:fld id="{4C7D6C99-5CFE-45D6-8072-37C1C432357D}" type="datetime1">
              <a:rPr lang="en-US" smtClean="0"/>
              <a:t>11/20/2023</a:t>
            </a:fld>
            <a:endParaRPr lang="en-US" dirty="0"/>
          </a:p>
        </p:txBody>
      </p:sp>
      <p:sp>
        <p:nvSpPr>
          <p:cNvPr id="1048583" name="Footer Placeholder 4"/>
          <p:cNvSpPr>
            <a:spLocks noGrp="1"/>
          </p:cNvSpPr>
          <p:nvPr>
            <p:ph type="ftr" sz="quarter" idx="11"/>
          </p:nvPr>
        </p:nvSpPr>
        <p:spPr/>
        <p:txBody>
          <a:bodyPr/>
          <a:lstStyle/>
          <a:p>
            <a:r>
              <a:rPr lang="en-US" dirty="0"/>
              <a:t>Seminar Title Goes here</a:t>
            </a:r>
          </a:p>
        </p:txBody>
      </p:sp>
      <p:sp>
        <p:nvSpPr>
          <p:cNvPr id="1048584"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9" name="Title 1"/>
          <p:cNvSpPr>
            <a:spLocks noGrp="1"/>
          </p:cNvSpPr>
          <p:nvPr>
            <p:ph type="title"/>
          </p:nvPr>
        </p:nvSpPr>
        <p:spPr>
          <a:xfrm>
            <a:off x="548640" y="292947"/>
            <a:ext cx="9875520" cy="1219200"/>
          </a:xfrm>
          <a:prstGeom prst="rect">
            <a:avLst/>
          </a:prstGeom>
        </p:spPr>
        <p:txBody>
          <a:bodyPr/>
          <a:lstStyle/>
          <a:p>
            <a:r>
              <a:rPr lang="en-US"/>
              <a:t>Click to edit Master title style</a:t>
            </a:r>
          </a:p>
        </p:txBody>
      </p:sp>
      <p:sp>
        <p:nvSpPr>
          <p:cNvPr id="1048590"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1" name="Date Placeholder 3"/>
          <p:cNvSpPr>
            <a:spLocks noGrp="1"/>
          </p:cNvSpPr>
          <p:nvPr>
            <p:ph type="dt" sz="half" idx="10"/>
          </p:nvPr>
        </p:nvSpPr>
        <p:spPr/>
        <p:txBody>
          <a:bodyPr/>
          <a:lstStyle/>
          <a:p>
            <a:fld id="{5C1EB6AD-1CD7-486E-83D6-A6955BE11373}" type="datetime1">
              <a:rPr lang="en-US" smtClean="0"/>
              <a:t>11/20/2023</a:t>
            </a:fld>
            <a:endParaRPr lang="en-US" dirty="0"/>
          </a:p>
        </p:txBody>
      </p:sp>
      <p:sp>
        <p:nvSpPr>
          <p:cNvPr id="1048592" name="Footer Placeholder 4"/>
          <p:cNvSpPr>
            <a:spLocks noGrp="1"/>
          </p:cNvSpPr>
          <p:nvPr>
            <p:ph type="ftr" sz="quarter" idx="11"/>
          </p:nvPr>
        </p:nvSpPr>
        <p:spPr/>
        <p:txBody>
          <a:bodyPr/>
          <a:lstStyle/>
          <a:p>
            <a:r>
              <a:rPr lang="en-US" dirty="0"/>
              <a:t>Seminar Title Goes here</a:t>
            </a:r>
          </a:p>
        </p:txBody>
      </p:sp>
      <p:sp>
        <p:nvSpPr>
          <p:cNvPr id="1048593"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72" name="Title 1"/>
          <p:cNvSpPr>
            <a:spLocks noGrp="1"/>
          </p:cNvSpPr>
          <p:nvPr>
            <p:ph type="title"/>
          </p:nvPr>
        </p:nvSpPr>
        <p:spPr>
          <a:xfrm>
            <a:off x="866776" y="4700694"/>
            <a:ext cx="9326880" cy="1452880"/>
          </a:xfrm>
          <a:prstGeom prst="rect">
            <a:avLst/>
          </a:prstGeom>
        </p:spPr>
        <p:txBody>
          <a:bodyPr anchor="t"/>
          <a:lstStyle>
            <a:lvl1pPr algn="l">
              <a:defRPr sz="4600" b="1" cap="all"/>
            </a:lvl1pPr>
          </a:lstStyle>
          <a:p>
            <a:r>
              <a:rPr lang="en-US"/>
              <a:t>Click to edit Master title style</a:t>
            </a:r>
          </a:p>
        </p:txBody>
      </p:sp>
      <p:sp>
        <p:nvSpPr>
          <p:cNvPr id="1048673" name="Text Placeholder 2"/>
          <p:cNvSpPr>
            <a:spLocks noGrp="1"/>
          </p:cNvSpPr>
          <p:nvPr>
            <p:ph type="body" idx="1"/>
          </p:nvPr>
        </p:nvSpPr>
        <p:spPr>
          <a:xfrm>
            <a:off x="866776" y="3100495"/>
            <a:ext cx="9326880" cy="1600199"/>
          </a:xfrm>
        </p:spPr>
        <p:txBody>
          <a:bodyPr anchor="b"/>
          <a:lstStyle>
            <a:lvl1pPr marL="0" indent="0">
              <a:buNone/>
              <a:defRPr sz="2300">
                <a:solidFill>
                  <a:schemeClr val="tx1">
                    <a:tint val="75000"/>
                  </a:schemeClr>
                </a:solidFill>
              </a:defRPr>
            </a:lvl1pPr>
            <a:lvl2pPr marL="522488" indent="0">
              <a:buNone/>
              <a:defRPr sz="2100">
                <a:solidFill>
                  <a:schemeClr val="tx1">
                    <a:tint val="75000"/>
                  </a:schemeClr>
                </a:solidFill>
              </a:defRPr>
            </a:lvl2pPr>
            <a:lvl3pPr marL="1044976" indent="0">
              <a:buNone/>
              <a:defRPr sz="1800">
                <a:solidFill>
                  <a:schemeClr val="tx1">
                    <a:tint val="75000"/>
                  </a:schemeClr>
                </a:solidFill>
              </a:defRPr>
            </a:lvl3pPr>
            <a:lvl4pPr marL="1567464" indent="0">
              <a:buNone/>
              <a:defRPr sz="1600">
                <a:solidFill>
                  <a:schemeClr val="tx1">
                    <a:tint val="75000"/>
                  </a:schemeClr>
                </a:solidFill>
              </a:defRPr>
            </a:lvl4pPr>
            <a:lvl5pPr marL="2089953" indent="0">
              <a:buNone/>
              <a:defRPr sz="1600">
                <a:solidFill>
                  <a:schemeClr val="tx1">
                    <a:tint val="75000"/>
                  </a:schemeClr>
                </a:solidFill>
              </a:defRPr>
            </a:lvl5pPr>
            <a:lvl6pPr marL="2612441" indent="0">
              <a:buNone/>
              <a:defRPr sz="1600">
                <a:solidFill>
                  <a:schemeClr val="tx1">
                    <a:tint val="75000"/>
                  </a:schemeClr>
                </a:solidFill>
              </a:defRPr>
            </a:lvl6pPr>
            <a:lvl7pPr marL="3134929" indent="0">
              <a:buNone/>
              <a:defRPr sz="1600">
                <a:solidFill>
                  <a:schemeClr val="tx1">
                    <a:tint val="75000"/>
                  </a:schemeClr>
                </a:solidFill>
              </a:defRPr>
            </a:lvl7pPr>
            <a:lvl8pPr marL="3657417" indent="0">
              <a:buNone/>
              <a:defRPr sz="1600">
                <a:solidFill>
                  <a:schemeClr val="tx1">
                    <a:tint val="75000"/>
                  </a:schemeClr>
                </a:solidFill>
              </a:defRPr>
            </a:lvl8pPr>
            <a:lvl9pPr marL="4179905" indent="0">
              <a:buNone/>
              <a:defRPr sz="1600">
                <a:solidFill>
                  <a:schemeClr val="tx1">
                    <a:tint val="75000"/>
                  </a:schemeClr>
                </a:solidFill>
              </a:defRPr>
            </a:lvl9pPr>
          </a:lstStyle>
          <a:p>
            <a:pPr lvl="0"/>
            <a:r>
              <a:rPr lang="en-US"/>
              <a:t>Click to edit Master text styles</a:t>
            </a:r>
          </a:p>
        </p:txBody>
      </p:sp>
      <p:sp>
        <p:nvSpPr>
          <p:cNvPr id="1048674" name="Date Placeholder 3"/>
          <p:cNvSpPr>
            <a:spLocks noGrp="1"/>
          </p:cNvSpPr>
          <p:nvPr>
            <p:ph type="dt" sz="half" idx="10"/>
          </p:nvPr>
        </p:nvSpPr>
        <p:spPr/>
        <p:txBody>
          <a:bodyPr/>
          <a:lstStyle/>
          <a:p>
            <a:fld id="{4D6DBA64-48F6-4403-8AEF-C8D894F260EC}" type="datetime1">
              <a:rPr lang="en-US" smtClean="0"/>
              <a:t>11/20/2023</a:t>
            </a:fld>
            <a:endParaRPr lang="en-US" dirty="0"/>
          </a:p>
        </p:txBody>
      </p:sp>
      <p:sp>
        <p:nvSpPr>
          <p:cNvPr id="1048675"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
        <p:nvSpPr>
          <p:cNvPr id="1048676" name="Footer Placeholder 4"/>
          <p:cNvSpPr>
            <a:spLocks noGrp="1"/>
          </p:cNvSpPr>
          <p:nvPr>
            <p:ph type="ftr" sz="quarter" idx="11"/>
          </p:nvPr>
        </p:nvSpPr>
        <p:spPr>
          <a:xfrm>
            <a:off x="3749040" y="6780107"/>
            <a:ext cx="3474720" cy="389467"/>
          </a:xfrm>
        </p:spPr>
        <p:txBody>
          <a:bodyPr/>
          <a:lstStyle/>
          <a:p>
            <a:r>
              <a:rPr lang="en-US" dirty="0"/>
              <a:t>Seminar Title Goes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77" name="Title 1"/>
          <p:cNvSpPr>
            <a:spLocks noGrp="1"/>
          </p:cNvSpPr>
          <p:nvPr>
            <p:ph type="title"/>
          </p:nvPr>
        </p:nvSpPr>
        <p:spPr>
          <a:xfrm>
            <a:off x="548640" y="292947"/>
            <a:ext cx="9875520" cy="1219200"/>
          </a:xfrm>
          <a:prstGeom prst="rect">
            <a:avLst/>
          </a:prstGeom>
        </p:spPr>
        <p:txBody>
          <a:bodyPr/>
          <a:lstStyle/>
          <a:p>
            <a:r>
              <a:rPr lang="en-US"/>
              <a:t>Click to edit Master title style</a:t>
            </a:r>
          </a:p>
        </p:txBody>
      </p:sp>
      <p:sp>
        <p:nvSpPr>
          <p:cNvPr id="1048678" name="Content Placeholder 2"/>
          <p:cNvSpPr>
            <a:spLocks noGrp="1"/>
          </p:cNvSpPr>
          <p:nvPr>
            <p:ph sz="half" idx="1"/>
          </p:nvPr>
        </p:nvSpPr>
        <p:spPr>
          <a:xfrm>
            <a:off x="548640" y="1706880"/>
            <a:ext cx="4846320" cy="482769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9" name="Content Placeholder 3"/>
          <p:cNvSpPr>
            <a:spLocks noGrp="1"/>
          </p:cNvSpPr>
          <p:nvPr>
            <p:ph sz="half" idx="2"/>
          </p:nvPr>
        </p:nvSpPr>
        <p:spPr>
          <a:xfrm>
            <a:off x="5577840" y="1706880"/>
            <a:ext cx="4846320" cy="482769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0" name="Date Placeholder 4"/>
          <p:cNvSpPr>
            <a:spLocks noGrp="1"/>
          </p:cNvSpPr>
          <p:nvPr>
            <p:ph type="dt" sz="half" idx="10"/>
          </p:nvPr>
        </p:nvSpPr>
        <p:spPr/>
        <p:txBody>
          <a:bodyPr/>
          <a:lstStyle/>
          <a:p>
            <a:fld id="{8BA6D6FE-4F4E-4808-9395-3582790F56E5}" type="datetime1">
              <a:rPr lang="en-US" smtClean="0"/>
              <a:t>11/20/2023</a:t>
            </a:fld>
            <a:endParaRPr lang="en-US" dirty="0"/>
          </a:p>
        </p:txBody>
      </p:sp>
      <p:sp>
        <p:nvSpPr>
          <p:cNvPr id="1048681" name="Footer Placeholder 5"/>
          <p:cNvSpPr>
            <a:spLocks noGrp="1"/>
          </p:cNvSpPr>
          <p:nvPr>
            <p:ph type="ftr" sz="quarter" idx="11"/>
          </p:nvPr>
        </p:nvSpPr>
        <p:spPr/>
        <p:txBody>
          <a:bodyPr/>
          <a:lstStyle/>
          <a:p>
            <a:r>
              <a:rPr lang="en-US" dirty="0"/>
              <a:t>Seminar Title Goes here</a:t>
            </a:r>
          </a:p>
        </p:txBody>
      </p:sp>
      <p:sp>
        <p:nvSpPr>
          <p:cNvPr id="1048682"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83" name="Title 1"/>
          <p:cNvSpPr>
            <a:spLocks noGrp="1"/>
          </p:cNvSpPr>
          <p:nvPr>
            <p:ph type="title"/>
          </p:nvPr>
        </p:nvSpPr>
        <p:spPr>
          <a:xfrm>
            <a:off x="548640" y="292947"/>
            <a:ext cx="9875520" cy="1219200"/>
          </a:xfrm>
          <a:prstGeom prst="rect">
            <a:avLst/>
          </a:prstGeom>
        </p:spPr>
        <p:txBody>
          <a:bodyPr/>
          <a:lstStyle/>
          <a:p>
            <a:r>
              <a:rPr lang="en-US"/>
              <a:t>Click to edit Master title style</a:t>
            </a:r>
          </a:p>
        </p:txBody>
      </p:sp>
      <p:sp>
        <p:nvSpPr>
          <p:cNvPr id="1048684" name="Text Placeholder 2"/>
          <p:cNvSpPr>
            <a:spLocks noGrp="1"/>
          </p:cNvSpPr>
          <p:nvPr>
            <p:ph type="body" idx="1"/>
          </p:nvPr>
        </p:nvSpPr>
        <p:spPr>
          <a:xfrm>
            <a:off x="548640" y="1637454"/>
            <a:ext cx="4848226" cy="682413"/>
          </a:xfrm>
        </p:spPr>
        <p:txBody>
          <a:bodyPr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1048685" name="Content Placeholder 3"/>
          <p:cNvSpPr>
            <a:spLocks noGrp="1"/>
          </p:cNvSpPr>
          <p:nvPr>
            <p:ph sz="half" idx="2"/>
          </p:nvPr>
        </p:nvSpPr>
        <p:spPr>
          <a:xfrm>
            <a:off x="548640" y="2319867"/>
            <a:ext cx="4848226" cy="4214707"/>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6" name="Text Placeholder 4"/>
          <p:cNvSpPr>
            <a:spLocks noGrp="1"/>
          </p:cNvSpPr>
          <p:nvPr>
            <p:ph type="body" sz="quarter" idx="3"/>
          </p:nvPr>
        </p:nvSpPr>
        <p:spPr>
          <a:xfrm>
            <a:off x="5574031" y="1637454"/>
            <a:ext cx="4850130" cy="682413"/>
          </a:xfrm>
        </p:spPr>
        <p:txBody>
          <a:bodyPr anchor="b"/>
          <a:lstStyle>
            <a:lvl1pPr marL="0" indent="0">
              <a:buNone/>
              <a:defRPr sz="2700" b="1"/>
            </a:lvl1pPr>
            <a:lvl2pPr marL="522488" indent="0">
              <a:buNone/>
              <a:defRPr sz="2300" b="1"/>
            </a:lvl2pPr>
            <a:lvl3pPr marL="1044976" indent="0">
              <a:buNone/>
              <a:defRPr sz="2100" b="1"/>
            </a:lvl3pPr>
            <a:lvl4pPr marL="1567464" indent="0">
              <a:buNone/>
              <a:defRPr sz="1800" b="1"/>
            </a:lvl4pPr>
            <a:lvl5pPr marL="2089953" indent="0">
              <a:buNone/>
              <a:defRPr sz="1800" b="1"/>
            </a:lvl5pPr>
            <a:lvl6pPr marL="2612441" indent="0">
              <a:buNone/>
              <a:defRPr sz="1800" b="1"/>
            </a:lvl6pPr>
            <a:lvl7pPr marL="3134929" indent="0">
              <a:buNone/>
              <a:defRPr sz="1800" b="1"/>
            </a:lvl7pPr>
            <a:lvl8pPr marL="3657417" indent="0">
              <a:buNone/>
              <a:defRPr sz="1800" b="1"/>
            </a:lvl8pPr>
            <a:lvl9pPr marL="4179905" indent="0">
              <a:buNone/>
              <a:defRPr sz="1800" b="1"/>
            </a:lvl9pPr>
          </a:lstStyle>
          <a:p>
            <a:pPr lvl="0"/>
            <a:r>
              <a:rPr lang="en-US"/>
              <a:t>Click to edit Master text styles</a:t>
            </a:r>
          </a:p>
        </p:txBody>
      </p:sp>
      <p:sp>
        <p:nvSpPr>
          <p:cNvPr id="1048687" name="Content Placeholder 5"/>
          <p:cNvSpPr>
            <a:spLocks noGrp="1"/>
          </p:cNvSpPr>
          <p:nvPr>
            <p:ph sz="quarter" idx="4"/>
          </p:nvPr>
        </p:nvSpPr>
        <p:spPr>
          <a:xfrm>
            <a:off x="5574031" y="2319867"/>
            <a:ext cx="4850130" cy="4214707"/>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8" name="Date Placeholder 6"/>
          <p:cNvSpPr>
            <a:spLocks noGrp="1"/>
          </p:cNvSpPr>
          <p:nvPr>
            <p:ph type="dt" sz="half" idx="10"/>
          </p:nvPr>
        </p:nvSpPr>
        <p:spPr/>
        <p:txBody>
          <a:bodyPr/>
          <a:lstStyle/>
          <a:p>
            <a:fld id="{40316207-AD5D-48B3-919F-79A1F24C4101}" type="datetime1">
              <a:rPr lang="en-US" smtClean="0"/>
              <a:t>11/20/2023</a:t>
            </a:fld>
            <a:endParaRPr lang="en-US" dirty="0"/>
          </a:p>
        </p:txBody>
      </p:sp>
      <p:sp>
        <p:nvSpPr>
          <p:cNvPr id="1048689" name="Footer Placeholder 7"/>
          <p:cNvSpPr>
            <a:spLocks noGrp="1"/>
          </p:cNvSpPr>
          <p:nvPr>
            <p:ph type="ftr" sz="quarter" idx="11"/>
          </p:nvPr>
        </p:nvSpPr>
        <p:spPr/>
        <p:txBody>
          <a:bodyPr/>
          <a:lstStyle/>
          <a:p>
            <a:r>
              <a:rPr lang="en-US" dirty="0"/>
              <a:t>Seminar Title Goes here</a:t>
            </a:r>
          </a:p>
        </p:txBody>
      </p:sp>
      <p:sp>
        <p:nvSpPr>
          <p:cNvPr id="1048690" name="Slide Number Placeholder 8"/>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07" name="Title 1"/>
          <p:cNvSpPr>
            <a:spLocks noGrp="1"/>
          </p:cNvSpPr>
          <p:nvPr>
            <p:ph type="title"/>
          </p:nvPr>
        </p:nvSpPr>
        <p:spPr>
          <a:xfrm>
            <a:off x="548640" y="292947"/>
            <a:ext cx="9875520" cy="1219200"/>
          </a:xfrm>
          <a:prstGeom prst="rect">
            <a:avLst/>
          </a:prstGeom>
        </p:spPr>
        <p:txBody>
          <a:bodyPr/>
          <a:lstStyle/>
          <a:p>
            <a:r>
              <a:rPr lang="en-US"/>
              <a:t>Click to edit Master title style</a:t>
            </a:r>
          </a:p>
        </p:txBody>
      </p:sp>
      <p:sp>
        <p:nvSpPr>
          <p:cNvPr id="1048608" name="Date Placeholder 2"/>
          <p:cNvSpPr>
            <a:spLocks noGrp="1"/>
          </p:cNvSpPr>
          <p:nvPr>
            <p:ph type="dt" sz="half" idx="10"/>
          </p:nvPr>
        </p:nvSpPr>
        <p:spPr/>
        <p:txBody>
          <a:bodyPr/>
          <a:lstStyle/>
          <a:p>
            <a:fld id="{214C0D45-5405-4A76-86E0-4B537B79B3D7}" type="datetime1">
              <a:rPr lang="en-US" smtClean="0"/>
              <a:t>11/20/2023</a:t>
            </a:fld>
            <a:endParaRPr lang="en-US" dirty="0"/>
          </a:p>
        </p:txBody>
      </p:sp>
      <p:sp>
        <p:nvSpPr>
          <p:cNvPr id="1048609" name="Footer Placeholder 3"/>
          <p:cNvSpPr>
            <a:spLocks noGrp="1"/>
          </p:cNvSpPr>
          <p:nvPr>
            <p:ph type="ftr" sz="quarter" idx="11"/>
          </p:nvPr>
        </p:nvSpPr>
        <p:spPr/>
        <p:txBody>
          <a:bodyPr/>
          <a:lstStyle/>
          <a:p>
            <a:r>
              <a:rPr lang="en-US" dirty="0"/>
              <a:t>Seminar Title Goes here</a:t>
            </a:r>
          </a:p>
        </p:txBody>
      </p:sp>
      <p:sp>
        <p:nvSpPr>
          <p:cNvPr id="1048610" name="Slide Number Placeholder 4"/>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25" name="Date Placeholder 1"/>
          <p:cNvSpPr>
            <a:spLocks noGrp="1"/>
          </p:cNvSpPr>
          <p:nvPr>
            <p:ph type="dt" sz="half" idx="10"/>
          </p:nvPr>
        </p:nvSpPr>
        <p:spPr/>
        <p:txBody>
          <a:bodyPr/>
          <a:lstStyle/>
          <a:p>
            <a:fld id="{286697AC-A9C7-4A2B-A1BD-6EE04E530252}" type="datetime1">
              <a:rPr lang="en-US" smtClean="0"/>
              <a:t>11/20/2023</a:t>
            </a:fld>
            <a:endParaRPr lang="en-US" dirty="0"/>
          </a:p>
        </p:txBody>
      </p:sp>
      <p:sp>
        <p:nvSpPr>
          <p:cNvPr id="1048626" name="Footer Placeholder 2"/>
          <p:cNvSpPr>
            <a:spLocks noGrp="1"/>
          </p:cNvSpPr>
          <p:nvPr>
            <p:ph type="ftr" sz="quarter" idx="11"/>
          </p:nvPr>
        </p:nvSpPr>
        <p:spPr/>
        <p:txBody>
          <a:bodyPr/>
          <a:lstStyle/>
          <a:p>
            <a:r>
              <a:rPr lang="en-US" dirty="0"/>
              <a:t>Seminar Title Goes here</a:t>
            </a:r>
          </a:p>
        </p:txBody>
      </p:sp>
      <p:sp>
        <p:nvSpPr>
          <p:cNvPr id="1048627" name="Slide Number Placeholder 3"/>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1" name="Title 1"/>
          <p:cNvSpPr>
            <a:spLocks noGrp="1"/>
          </p:cNvSpPr>
          <p:nvPr>
            <p:ph type="title"/>
          </p:nvPr>
        </p:nvSpPr>
        <p:spPr>
          <a:xfrm>
            <a:off x="548640" y="291253"/>
            <a:ext cx="3609976" cy="1239520"/>
          </a:xfrm>
          <a:prstGeom prst="rect">
            <a:avLst/>
          </a:prstGeom>
        </p:spPr>
        <p:txBody>
          <a:bodyPr anchor="b"/>
          <a:lstStyle>
            <a:lvl1pPr algn="l">
              <a:defRPr sz="2300" b="1"/>
            </a:lvl1pPr>
          </a:lstStyle>
          <a:p>
            <a:r>
              <a:rPr lang="en-US"/>
              <a:t>Click to edit Master title style</a:t>
            </a:r>
          </a:p>
        </p:txBody>
      </p:sp>
      <p:sp>
        <p:nvSpPr>
          <p:cNvPr id="1048692" name="Content Placeholder 2"/>
          <p:cNvSpPr>
            <a:spLocks noGrp="1"/>
          </p:cNvSpPr>
          <p:nvPr>
            <p:ph idx="1"/>
          </p:nvPr>
        </p:nvSpPr>
        <p:spPr>
          <a:xfrm>
            <a:off x="4290060" y="291254"/>
            <a:ext cx="6134100" cy="6243321"/>
          </a:xfrm>
        </p:spPr>
        <p:txBody>
          <a:bodyPr/>
          <a:lstStyle>
            <a:lvl1pPr>
              <a:defRPr sz="37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3" name="Text Placeholder 3"/>
          <p:cNvSpPr>
            <a:spLocks noGrp="1"/>
          </p:cNvSpPr>
          <p:nvPr>
            <p:ph type="body" sz="half" idx="2"/>
          </p:nvPr>
        </p:nvSpPr>
        <p:spPr>
          <a:xfrm>
            <a:off x="548640" y="1530774"/>
            <a:ext cx="3609976" cy="5003801"/>
          </a:xfrm>
        </p:spPr>
        <p:txBody>
          <a:bodyPr/>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1048694" name="Date Placeholder 4"/>
          <p:cNvSpPr>
            <a:spLocks noGrp="1"/>
          </p:cNvSpPr>
          <p:nvPr>
            <p:ph type="dt" sz="half" idx="10"/>
          </p:nvPr>
        </p:nvSpPr>
        <p:spPr/>
        <p:txBody>
          <a:bodyPr/>
          <a:lstStyle/>
          <a:p>
            <a:fld id="{D04C4CB7-09FE-4766-BD7F-D6F4F023C6E5}" type="datetime1">
              <a:rPr lang="en-US" smtClean="0"/>
              <a:t>11/20/2023</a:t>
            </a:fld>
            <a:endParaRPr lang="en-US" dirty="0"/>
          </a:p>
        </p:txBody>
      </p:sp>
      <p:sp>
        <p:nvSpPr>
          <p:cNvPr id="1048695" name="Footer Placeholder 5"/>
          <p:cNvSpPr>
            <a:spLocks noGrp="1"/>
          </p:cNvSpPr>
          <p:nvPr>
            <p:ph type="ftr" sz="quarter" idx="11"/>
          </p:nvPr>
        </p:nvSpPr>
        <p:spPr/>
        <p:txBody>
          <a:bodyPr/>
          <a:lstStyle/>
          <a:p>
            <a:r>
              <a:rPr lang="en-US" dirty="0"/>
              <a:t>Seminar Title Goes here</a:t>
            </a:r>
          </a:p>
        </p:txBody>
      </p:sp>
      <p:sp>
        <p:nvSpPr>
          <p:cNvPr id="1048696"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61" name="Title 1"/>
          <p:cNvSpPr>
            <a:spLocks noGrp="1"/>
          </p:cNvSpPr>
          <p:nvPr>
            <p:ph type="title"/>
          </p:nvPr>
        </p:nvSpPr>
        <p:spPr>
          <a:xfrm>
            <a:off x="2150746" y="5120640"/>
            <a:ext cx="6583680" cy="604521"/>
          </a:xfrm>
          <a:prstGeom prst="rect">
            <a:avLst/>
          </a:prstGeom>
        </p:spPr>
        <p:txBody>
          <a:bodyPr anchor="b"/>
          <a:lstStyle>
            <a:lvl1pPr algn="l">
              <a:defRPr sz="2300" b="1"/>
            </a:lvl1pPr>
          </a:lstStyle>
          <a:p>
            <a:r>
              <a:rPr lang="en-US"/>
              <a:t>Click to edit Master title style</a:t>
            </a:r>
          </a:p>
        </p:txBody>
      </p:sp>
      <p:sp>
        <p:nvSpPr>
          <p:cNvPr id="1048662" name="Picture Placeholder 2"/>
          <p:cNvSpPr>
            <a:spLocks noGrp="1"/>
          </p:cNvSpPr>
          <p:nvPr>
            <p:ph type="pic" idx="1"/>
          </p:nvPr>
        </p:nvSpPr>
        <p:spPr>
          <a:xfrm>
            <a:off x="2150746" y="653627"/>
            <a:ext cx="6583680" cy="4389120"/>
          </a:xfrm>
        </p:spPr>
        <p:txBody>
          <a:bodyPr/>
          <a:lstStyle>
            <a:lvl1pPr marL="0" indent="0">
              <a:buNone/>
              <a:defRPr sz="3700"/>
            </a:lvl1pPr>
            <a:lvl2pPr marL="522488" indent="0">
              <a:buNone/>
              <a:defRPr sz="3200"/>
            </a:lvl2pPr>
            <a:lvl3pPr marL="1044976" indent="0">
              <a:buNone/>
              <a:defRPr sz="2700"/>
            </a:lvl3pPr>
            <a:lvl4pPr marL="1567464" indent="0">
              <a:buNone/>
              <a:defRPr sz="2300"/>
            </a:lvl4pPr>
            <a:lvl5pPr marL="2089953" indent="0">
              <a:buNone/>
              <a:defRPr sz="2300"/>
            </a:lvl5pPr>
            <a:lvl6pPr marL="2612441" indent="0">
              <a:buNone/>
              <a:defRPr sz="2300"/>
            </a:lvl6pPr>
            <a:lvl7pPr marL="3134929" indent="0">
              <a:buNone/>
              <a:defRPr sz="2300"/>
            </a:lvl7pPr>
            <a:lvl8pPr marL="3657417" indent="0">
              <a:buNone/>
              <a:defRPr sz="2300"/>
            </a:lvl8pPr>
            <a:lvl9pPr marL="4179905" indent="0">
              <a:buNone/>
              <a:defRPr sz="2300"/>
            </a:lvl9pPr>
          </a:lstStyle>
          <a:p>
            <a:endParaRPr lang="en-US" dirty="0"/>
          </a:p>
        </p:txBody>
      </p:sp>
      <p:sp>
        <p:nvSpPr>
          <p:cNvPr id="1048663" name="Text Placeholder 3"/>
          <p:cNvSpPr>
            <a:spLocks noGrp="1"/>
          </p:cNvSpPr>
          <p:nvPr>
            <p:ph type="body" sz="half" idx="2"/>
          </p:nvPr>
        </p:nvSpPr>
        <p:spPr>
          <a:xfrm>
            <a:off x="2150746" y="5725161"/>
            <a:ext cx="6583680" cy="858519"/>
          </a:xfrm>
        </p:spPr>
        <p:txBody>
          <a:bodyPr/>
          <a:lstStyle>
            <a:lvl1pPr marL="0" indent="0">
              <a:buNone/>
              <a:defRPr sz="1600"/>
            </a:lvl1pPr>
            <a:lvl2pPr marL="522488" indent="0">
              <a:buNone/>
              <a:defRPr sz="1400"/>
            </a:lvl2pPr>
            <a:lvl3pPr marL="1044976" indent="0">
              <a:buNone/>
              <a:defRPr sz="1100"/>
            </a:lvl3pPr>
            <a:lvl4pPr marL="1567464" indent="0">
              <a:buNone/>
              <a:defRPr sz="1000"/>
            </a:lvl4pPr>
            <a:lvl5pPr marL="2089953" indent="0">
              <a:buNone/>
              <a:defRPr sz="1000"/>
            </a:lvl5pPr>
            <a:lvl6pPr marL="2612441" indent="0">
              <a:buNone/>
              <a:defRPr sz="1000"/>
            </a:lvl6pPr>
            <a:lvl7pPr marL="3134929" indent="0">
              <a:buNone/>
              <a:defRPr sz="1000"/>
            </a:lvl7pPr>
            <a:lvl8pPr marL="3657417" indent="0">
              <a:buNone/>
              <a:defRPr sz="1000"/>
            </a:lvl8pPr>
            <a:lvl9pPr marL="4179905" indent="0">
              <a:buNone/>
              <a:defRPr sz="1000"/>
            </a:lvl9pPr>
          </a:lstStyle>
          <a:p>
            <a:pPr lvl="0"/>
            <a:r>
              <a:rPr lang="en-US"/>
              <a:t>Click to edit Master text styles</a:t>
            </a:r>
          </a:p>
        </p:txBody>
      </p:sp>
      <p:sp>
        <p:nvSpPr>
          <p:cNvPr id="1048664" name="Date Placeholder 4"/>
          <p:cNvSpPr>
            <a:spLocks noGrp="1"/>
          </p:cNvSpPr>
          <p:nvPr>
            <p:ph type="dt" sz="half" idx="10"/>
          </p:nvPr>
        </p:nvSpPr>
        <p:spPr/>
        <p:txBody>
          <a:bodyPr/>
          <a:lstStyle/>
          <a:p>
            <a:fld id="{94A99491-784D-4935-B278-A1C057BA9BCD}" type="datetime1">
              <a:rPr lang="en-US" smtClean="0"/>
              <a:t>11/20/2023</a:t>
            </a:fld>
            <a:endParaRPr lang="en-US" dirty="0"/>
          </a:p>
        </p:txBody>
      </p:sp>
      <p:sp>
        <p:nvSpPr>
          <p:cNvPr id="1048665" name="Footer Placeholder 5"/>
          <p:cNvSpPr>
            <a:spLocks noGrp="1"/>
          </p:cNvSpPr>
          <p:nvPr>
            <p:ph type="ftr" sz="quarter" idx="11"/>
          </p:nvPr>
        </p:nvSpPr>
        <p:spPr/>
        <p:txBody>
          <a:bodyPr/>
          <a:lstStyle/>
          <a:p>
            <a:r>
              <a:rPr lang="en-US" dirty="0"/>
              <a:t>Seminar Title Goes here</a:t>
            </a:r>
          </a:p>
        </p:txBody>
      </p:sp>
      <p:sp>
        <p:nvSpPr>
          <p:cNvPr id="1048666"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67" name="Title 1"/>
          <p:cNvSpPr>
            <a:spLocks noGrp="1"/>
          </p:cNvSpPr>
          <p:nvPr>
            <p:ph type="title"/>
          </p:nvPr>
        </p:nvSpPr>
        <p:spPr>
          <a:xfrm>
            <a:off x="548640" y="292947"/>
            <a:ext cx="9875520" cy="1219200"/>
          </a:xfrm>
          <a:prstGeom prst="rect">
            <a:avLst/>
          </a:prstGeom>
        </p:spPr>
        <p:txBody>
          <a:bodyPr/>
          <a:lstStyle/>
          <a:p>
            <a:r>
              <a:rPr lang="en-US"/>
              <a:t>Click to edit Master title style</a:t>
            </a:r>
          </a:p>
        </p:txBody>
      </p:sp>
      <p:sp>
        <p:nvSpPr>
          <p:cNvPr id="104866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p:txBody>
          <a:bodyPr/>
          <a:lstStyle/>
          <a:p>
            <a:fld id="{65EEA0DA-3596-4130-9EBF-037B5B4086BD}" type="datetime1">
              <a:rPr lang="en-US" smtClean="0"/>
              <a:t>11/20/2023</a:t>
            </a:fld>
            <a:endParaRPr lang="en-US" dirty="0"/>
          </a:p>
        </p:txBody>
      </p:sp>
      <p:sp>
        <p:nvSpPr>
          <p:cNvPr id="1048670" name="Footer Placeholder 4"/>
          <p:cNvSpPr>
            <a:spLocks noGrp="1"/>
          </p:cNvSpPr>
          <p:nvPr>
            <p:ph type="ftr" sz="quarter" idx="11"/>
          </p:nvPr>
        </p:nvSpPr>
        <p:spPr/>
        <p:txBody>
          <a:bodyPr/>
          <a:lstStyle/>
          <a:p>
            <a:r>
              <a:rPr lang="en-US" dirty="0"/>
              <a:t>Seminar Title Goes here</a:t>
            </a:r>
          </a:p>
        </p:txBody>
      </p:sp>
      <p:sp>
        <p:nvSpPr>
          <p:cNvPr id="1048671"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56" name="Vertical Title 1"/>
          <p:cNvSpPr>
            <a:spLocks noGrp="1"/>
          </p:cNvSpPr>
          <p:nvPr>
            <p:ph type="title" orient="vert"/>
          </p:nvPr>
        </p:nvSpPr>
        <p:spPr>
          <a:xfrm>
            <a:off x="7955280" y="292948"/>
            <a:ext cx="2468880" cy="6241627"/>
          </a:xfrm>
          <a:prstGeom prst="rect">
            <a:avLst/>
          </a:prstGeom>
        </p:spPr>
        <p:txBody>
          <a:bodyPr vert="eaVert"/>
          <a:lstStyle/>
          <a:p>
            <a:r>
              <a:rPr lang="en-US"/>
              <a:t>Click to edit Master title style</a:t>
            </a:r>
          </a:p>
        </p:txBody>
      </p:sp>
      <p:sp>
        <p:nvSpPr>
          <p:cNvPr id="1048657" name="Vertical Text Placeholder 2"/>
          <p:cNvSpPr>
            <a:spLocks noGrp="1"/>
          </p:cNvSpPr>
          <p:nvPr>
            <p:ph type="body" orient="vert" idx="1"/>
          </p:nvPr>
        </p:nvSpPr>
        <p:spPr>
          <a:xfrm>
            <a:off x="548640" y="292948"/>
            <a:ext cx="7223760" cy="62416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8" name="Date Placeholder 3"/>
          <p:cNvSpPr>
            <a:spLocks noGrp="1"/>
          </p:cNvSpPr>
          <p:nvPr>
            <p:ph type="dt" sz="half" idx="10"/>
          </p:nvPr>
        </p:nvSpPr>
        <p:spPr/>
        <p:txBody>
          <a:bodyPr/>
          <a:lstStyle/>
          <a:p>
            <a:fld id="{43A96557-AC59-4AA0-AE89-AF1D224DAF6F}" type="datetime1">
              <a:rPr lang="en-US" smtClean="0"/>
              <a:t>11/20/2023</a:t>
            </a:fld>
            <a:endParaRPr lang="en-US" dirty="0"/>
          </a:p>
        </p:txBody>
      </p:sp>
      <p:sp>
        <p:nvSpPr>
          <p:cNvPr id="1048659" name="Footer Placeholder 4"/>
          <p:cNvSpPr>
            <a:spLocks noGrp="1"/>
          </p:cNvSpPr>
          <p:nvPr>
            <p:ph type="ftr" sz="quarter" idx="11"/>
          </p:nvPr>
        </p:nvSpPr>
        <p:spPr/>
        <p:txBody>
          <a:bodyPr/>
          <a:lstStyle/>
          <a:p>
            <a:r>
              <a:rPr lang="en-US" dirty="0"/>
              <a:t>Seminar Title Goes here</a:t>
            </a:r>
          </a:p>
        </p:txBody>
      </p:sp>
      <p:sp>
        <p:nvSpPr>
          <p:cNvPr id="1048660"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ext Placeholder 2"/>
          <p:cNvSpPr>
            <a:spLocks noGrp="1"/>
          </p:cNvSpPr>
          <p:nvPr>
            <p:ph type="body" idx="1"/>
          </p:nvPr>
        </p:nvSpPr>
        <p:spPr>
          <a:xfrm>
            <a:off x="548640" y="1706880"/>
            <a:ext cx="9875520" cy="4827694"/>
          </a:xfrm>
          <a:prstGeom prst="rect">
            <a:avLst/>
          </a:prstGeom>
        </p:spPr>
        <p:txBody>
          <a:bodyPr vert="horz" lIns="104498" tIns="52249" rIns="104498" bIns="522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7" name="Date Placeholder 3"/>
          <p:cNvSpPr>
            <a:spLocks noGrp="1"/>
          </p:cNvSpPr>
          <p:nvPr>
            <p:ph type="dt" sz="half" idx="2"/>
          </p:nvPr>
        </p:nvSpPr>
        <p:spPr>
          <a:xfrm>
            <a:off x="548640" y="6780107"/>
            <a:ext cx="2560320" cy="389467"/>
          </a:xfrm>
          <a:prstGeom prst="rect">
            <a:avLst/>
          </a:prstGeom>
        </p:spPr>
        <p:txBody>
          <a:bodyPr vert="horz" lIns="104498" tIns="52249" rIns="104498" bIns="52249" rtlCol="0" anchor="ctr"/>
          <a:lstStyle>
            <a:lvl1pPr algn="l">
              <a:defRPr sz="1400">
                <a:solidFill>
                  <a:schemeClr val="tx1">
                    <a:tint val="75000"/>
                  </a:schemeClr>
                </a:solidFill>
              </a:defRPr>
            </a:lvl1pPr>
          </a:lstStyle>
          <a:p>
            <a:fld id="{B9DA881F-1C40-45F7-AE9D-E3B7DC999003}" type="datetime1">
              <a:rPr lang="en-US" smtClean="0"/>
              <a:t>11/20/2023</a:t>
            </a:fld>
            <a:endParaRPr lang="en-US" dirty="0"/>
          </a:p>
        </p:txBody>
      </p:sp>
      <p:sp>
        <p:nvSpPr>
          <p:cNvPr id="1048578" name="Footer Placeholder 4"/>
          <p:cNvSpPr>
            <a:spLocks noGrp="1"/>
          </p:cNvSpPr>
          <p:nvPr>
            <p:ph type="ftr" sz="quarter" idx="3"/>
          </p:nvPr>
        </p:nvSpPr>
        <p:spPr>
          <a:xfrm>
            <a:off x="3749040" y="6780107"/>
            <a:ext cx="3474720" cy="389467"/>
          </a:xfrm>
          <a:prstGeom prst="rect">
            <a:avLst/>
          </a:prstGeom>
        </p:spPr>
        <p:txBody>
          <a:bodyPr vert="horz" lIns="104498" tIns="52249" rIns="104498" bIns="52249" rtlCol="0" anchor="ctr"/>
          <a:lstStyle>
            <a:lvl1pPr algn="ctr">
              <a:defRPr sz="1400">
                <a:solidFill>
                  <a:schemeClr val="tx1">
                    <a:tint val="75000"/>
                  </a:schemeClr>
                </a:solidFill>
              </a:defRPr>
            </a:lvl1pPr>
          </a:lstStyle>
          <a:p>
            <a:r>
              <a:rPr lang="en-US" dirty="0"/>
              <a:t>Seminar Title Goes here</a:t>
            </a:r>
          </a:p>
        </p:txBody>
      </p:sp>
      <p:sp>
        <p:nvSpPr>
          <p:cNvPr id="1048579" name="Slide Number Placeholder 5"/>
          <p:cNvSpPr>
            <a:spLocks noGrp="1"/>
          </p:cNvSpPr>
          <p:nvPr>
            <p:ph type="sldNum" sz="quarter" idx="4"/>
          </p:nvPr>
        </p:nvSpPr>
        <p:spPr>
          <a:xfrm>
            <a:off x="7863840" y="6780107"/>
            <a:ext cx="2560320" cy="389467"/>
          </a:xfrm>
          <a:prstGeom prst="rect">
            <a:avLst/>
          </a:prstGeom>
        </p:spPr>
        <p:txBody>
          <a:bodyPr vert="horz" lIns="104498" tIns="52249" rIns="104498" bIns="52249" rtlCol="0" anchor="ctr"/>
          <a:lstStyle>
            <a:lvl1pPr algn="r">
              <a:defRPr sz="1400">
                <a:solidFill>
                  <a:schemeClr val="tx1">
                    <a:tint val="75000"/>
                  </a:schemeClr>
                </a:solidFill>
              </a:defRPr>
            </a:lvl1pPr>
          </a:lstStyle>
          <a:p>
            <a:fld id="{B6F15528-21DE-4FAA-801E-634DDDAF4B2B}" type="slidenum">
              <a:rPr lang="en-US" smtClean="0"/>
              <a:t>‹#›</a:t>
            </a:fld>
            <a:endParaRPr lang="en-US" dirty="0"/>
          </a:p>
        </p:txBody>
      </p:sp>
      <p:pic>
        <p:nvPicPr>
          <p:cNvPr id="2097152" name="Picture 3" descr="G:\Guest Lectures - Seminars - Workshops Conducted\PBS\images.jpg"/>
          <p:cNvPicPr>
            <a:picLocks noChangeAspect="1" noChangeArrowheads="1"/>
          </p:cNvPicPr>
          <p:nvPr userDrawn="1"/>
        </p:nvPicPr>
        <p:blipFill>
          <a:blip r:embed="rId13"/>
          <a:srcRect/>
          <a:stretch>
            <a:fillRect/>
          </a:stretch>
        </p:blipFill>
        <p:spPr bwMode="auto">
          <a:xfrm>
            <a:off x="9448800" y="91967"/>
            <a:ext cx="1452069" cy="1203433"/>
          </a:xfrm>
          <a:prstGeom prst="rect">
            <a:avLst/>
          </a:prstGeom>
          <a:noFill/>
        </p:spPr>
      </p:pic>
      <p:pic>
        <p:nvPicPr>
          <p:cNvPr id="2097153" name="Picture 8"/>
          <p:cNvPicPr>
            <a:picLocks/>
          </p:cNvPicPr>
          <p:nvPr userDrawn="1"/>
        </p:nvPicPr>
        <p:blipFill rotWithShape="1">
          <a:blip r:embed="rId14" cstate="print"/>
          <a:srcRect/>
          <a:stretch>
            <a:fillRect/>
          </a:stretch>
        </p:blipFill>
        <p:spPr>
          <a:xfrm>
            <a:off x="76200" y="76200"/>
            <a:ext cx="1143000" cy="12192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1044976" rtl="0" eaLnBrk="1" latinLnBrk="0" hangingPunct="1">
        <a:spcBef>
          <a:spcPct val="0"/>
        </a:spcBef>
        <a:buNone/>
        <a:defRPr sz="2400" kern="1200">
          <a:solidFill>
            <a:schemeClr val="tx1"/>
          </a:solidFill>
          <a:latin typeface="+mj-lt"/>
          <a:ea typeface="+mj-ea"/>
          <a:cs typeface="+mj-cs"/>
        </a:defRPr>
      </a:lvl1pPr>
    </p:titleStyle>
    <p:bodyStyle>
      <a:lvl1pPr marL="391866" indent="-391866" algn="l" defTabSz="1044976" rtl="0" eaLnBrk="1" latinLnBrk="0" hangingPunct="1">
        <a:spcBef>
          <a:spcPct val="20000"/>
        </a:spcBef>
        <a:buFont typeface="Arial" pitchFamily="34" charset="0"/>
        <a:buChar char="•"/>
        <a:defRPr sz="3700" kern="1200">
          <a:solidFill>
            <a:schemeClr val="tx1"/>
          </a:solidFill>
          <a:latin typeface="+mn-lt"/>
          <a:ea typeface="+mn-ea"/>
          <a:cs typeface="+mn-cs"/>
        </a:defRPr>
      </a:lvl1pPr>
      <a:lvl2pPr marL="849043" indent="-326555" algn="l" defTabSz="1044976"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6220" indent="-261244" algn="l" defTabSz="1044976"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870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51197"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73685"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96173"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18661"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41149" indent="-261244" algn="l" defTabSz="104497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44976" rtl="0" eaLnBrk="1" latinLnBrk="0" hangingPunct="1">
        <a:defRPr sz="2100" kern="1200">
          <a:solidFill>
            <a:schemeClr val="tx1"/>
          </a:solidFill>
          <a:latin typeface="+mn-lt"/>
          <a:ea typeface="+mn-ea"/>
          <a:cs typeface="+mn-cs"/>
        </a:defRPr>
      </a:lvl1pPr>
      <a:lvl2pPr marL="522488" algn="l" defTabSz="1044976" rtl="0" eaLnBrk="1" latinLnBrk="0" hangingPunct="1">
        <a:defRPr sz="2100" kern="1200">
          <a:solidFill>
            <a:schemeClr val="tx1"/>
          </a:solidFill>
          <a:latin typeface="+mn-lt"/>
          <a:ea typeface="+mn-ea"/>
          <a:cs typeface="+mn-cs"/>
        </a:defRPr>
      </a:lvl2pPr>
      <a:lvl3pPr marL="1044976" algn="l" defTabSz="1044976" rtl="0" eaLnBrk="1" latinLnBrk="0" hangingPunct="1">
        <a:defRPr sz="2100" kern="1200">
          <a:solidFill>
            <a:schemeClr val="tx1"/>
          </a:solidFill>
          <a:latin typeface="+mn-lt"/>
          <a:ea typeface="+mn-ea"/>
          <a:cs typeface="+mn-cs"/>
        </a:defRPr>
      </a:lvl3pPr>
      <a:lvl4pPr marL="1567464" algn="l" defTabSz="1044976" rtl="0" eaLnBrk="1" latinLnBrk="0" hangingPunct="1">
        <a:defRPr sz="2100" kern="1200">
          <a:solidFill>
            <a:schemeClr val="tx1"/>
          </a:solidFill>
          <a:latin typeface="+mn-lt"/>
          <a:ea typeface="+mn-ea"/>
          <a:cs typeface="+mn-cs"/>
        </a:defRPr>
      </a:lvl4pPr>
      <a:lvl5pPr marL="2089953" algn="l" defTabSz="1044976" rtl="0" eaLnBrk="1" latinLnBrk="0" hangingPunct="1">
        <a:defRPr sz="2100" kern="1200">
          <a:solidFill>
            <a:schemeClr val="tx1"/>
          </a:solidFill>
          <a:latin typeface="+mn-lt"/>
          <a:ea typeface="+mn-ea"/>
          <a:cs typeface="+mn-cs"/>
        </a:defRPr>
      </a:lvl5pPr>
      <a:lvl6pPr marL="2612441" algn="l" defTabSz="1044976" rtl="0" eaLnBrk="1" latinLnBrk="0" hangingPunct="1">
        <a:defRPr sz="2100" kern="1200">
          <a:solidFill>
            <a:schemeClr val="tx1"/>
          </a:solidFill>
          <a:latin typeface="+mn-lt"/>
          <a:ea typeface="+mn-ea"/>
          <a:cs typeface="+mn-cs"/>
        </a:defRPr>
      </a:lvl6pPr>
      <a:lvl7pPr marL="3134929" algn="l" defTabSz="1044976" rtl="0" eaLnBrk="1" latinLnBrk="0" hangingPunct="1">
        <a:defRPr sz="2100" kern="1200">
          <a:solidFill>
            <a:schemeClr val="tx1"/>
          </a:solidFill>
          <a:latin typeface="+mn-lt"/>
          <a:ea typeface="+mn-ea"/>
          <a:cs typeface="+mn-cs"/>
        </a:defRPr>
      </a:lvl7pPr>
      <a:lvl8pPr marL="3657417" algn="l" defTabSz="1044976" rtl="0" eaLnBrk="1" latinLnBrk="0" hangingPunct="1">
        <a:defRPr sz="2100" kern="1200">
          <a:solidFill>
            <a:schemeClr val="tx1"/>
          </a:solidFill>
          <a:latin typeface="+mn-lt"/>
          <a:ea typeface="+mn-ea"/>
          <a:cs typeface="+mn-cs"/>
        </a:defRPr>
      </a:lvl8pPr>
      <a:lvl9pPr marL="4179905" algn="l" defTabSz="10449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Subtitle 2"/>
          <p:cNvSpPr>
            <a:spLocks noGrp="1"/>
          </p:cNvSpPr>
          <p:nvPr>
            <p:ph type="subTitle" idx="1"/>
          </p:nvPr>
        </p:nvSpPr>
        <p:spPr>
          <a:xfrm>
            <a:off x="342900" y="1981200"/>
            <a:ext cx="10287000" cy="2590800"/>
          </a:xfrm>
        </p:spPr>
        <p:txBody>
          <a:bodyPr>
            <a:noAutofit/>
          </a:bodyPr>
          <a:lstStyle/>
          <a:p>
            <a:r>
              <a:rPr lang="en-US" altLang="zh-CN" sz="3600" b="1" dirty="0">
                <a:solidFill>
                  <a:schemeClr val="tx2">
                    <a:lumMod val="60000"/>
                    <a:lumOff val="40000"/>
                  </a:schemeClr>
                </a:solidFill>
              </a:rPr>
              <a:t>TITLE OF SEMINAR:-</a:t>
            </a:r>
            <a:endParaRPr lang="zh-CN" altLang="en-US" sz="3600" dirty="0"/>
          </a:p>
          <a:p>
            <a:r>
              <a:rPr lang="en-US" sz="2800" b="1" dirty="0">
                <a:solidFill>
                  <a:schemeClr val="tx1">
                    <a:lumMod val="95000"/>
                    <a:lumOff val="5000"/>
                  </a:schemeClr>
                </a:solidFill>
                <a:latin typeface="Arial Rounded MT Bold" panose="020F0704030504030204" pitchFamily="34" charset="0"/>
              </a:rPr>
              <a:t>" BUILD YOUR OWN ALEXA ”</a:t>
            </a:r>
            <a:endParaRPr lang="zh-CN" altLang="en-US" sz="2800" dirty="0"/>
          </a:p>
          <a:p>
            <a:r>
              <a:rPr lang="en-US" sz="2400" b="1" dirty="0">
                <a:solidFill>
                  <a:schemeClr val="tx2">
                    <a:lumMod val="60000"/>
                    <a:lumOff val="40000"/>
                  </a:schemeClr>
                </a:solidFill>
              </a:rPr>
              <a:t>BY</a:t>
            </a:r>
          </a:p>
          <a:p>
            <a:r>
              <a:rPr lang="en-US" sz="2400" b="1" dirty="0">
                <a:solidFill>
                  <a:schemeClr val="tx1"/>
                </a:solidFill>
              </a:rPr>
              <a:t>07.Nikita Nigade</a:t>
            </a:r>
            <a:endParaRPr lang="zh-CN" altLang="en-US" dirty="0"/>
          </a:p>
          <a:p>
            <a:r>
              <a:rPr lang="en-US" altLang="en-US" sz="2800" b="1" dirty="0">
                <a:solidFill>
                  <a:schemeClr val="tx1"/>
                </a:solidFill>
              </a:rPr>
              <a:t>08.Nimbalkar Akanksha</a:t>
            </a:r>
            <a:endParaRPr lang="en-US" sz="2800" b="1" dirty="0">
              <a:solidFill>
                <a:schemeClr val="tx1"/>
              </a:solidFill>
            </a:endParaRPr>
          </a:p>
          <a:p>
            <a:endParaRPr lang="en-US" sz="2800" b="1" dirty="0">
              <a:solidFill>
                <a:schemeClr val="tx1"/>
              </a:solidFill>
            </a:endParaRPr>
          </a:p>
          <a:p>
            <a:r>
              <a:rPr lang="en-US" altLang="en-US" sz="2800" b="1" dirty="0">
                <a:solidFill>
                  <a:schemeClr val="tx1"/>
                </a:solidFill>
              </a:rPr>
              <a:t>B19.Patil Shubhangi     B20.Pawar Aniruddh</a:t>
            </a:r>
            <a:endParaRPr lang="en-US" sz="2000" dirty="0"/>
          </a:p>
        </p:txBody>
      </p:sp>
      <p:sp>
        <p:nvSpPr>
          <p:cNvPr id="1048586" name="Rectangle 3"/>
          <p:cNvSpPr/>
          <p:nvPr/>
        </p:nvSpPr>
        <p:spPr>
          <a:xfrm>
            <a:off x="3810000" y="6781800"/>
            <a:ext cx="3352800" cy="428684"/>
          </a:xfrm>
          <a:prstGeom prst="rect">
            <a:avLst/>
          </a:prstGeom>
        </p:spPr>
        <p:txBody>
          <a:bodyPr wrap="square" lIns="104498" tIns="52249" rIns="104498" bIns="52249">
            <a:spAutoFit/>
          </a:bodyPr>
          <a:lstStyle/>
          <a:p>
            <a:pPr algn="ctr"/>
            <a:endParaRPr/>
          </a:p>
        </p:txBody>
      </p:sp>
      <p:sp>
        <p:nvSpPr>
          <p:cNvPr id="1048587" name="Subtitle 2"/>
          <p:cNvSpPr txBox="1"/>
          <p:nvPr/>
        </p:nvSpPr>
        <p:spPr>
          <a:xfrm>
            <a:off x="868680" y="5867400"/>
            <a:ext cx="9235440" cy="1066800"/>
          </a:xfrm>
          <a:prstGeom prst="rect">
            <a:avLst/>
          </a:prstGeom>
        </p:spPr>
        <p:txBody>
          <a:bodyPr vert="horz" lIns="104498" tIns="52249" rIns="104498" bIns="52249" rtlCol="0">
            <a:normAutofit/>
          </a:bodyPr>
          <a:lstStyle/>
          <a:p>
            <a:pPr algn="ctr">
              <a:spcBef>
                <a:spcPct val="20000"/>
              </a:spcBef>
            </a:pPr>
            <a:r>
              <a:rPr lang="en-US" altLang="en-US" sz="2400" b="1" dirty="0">
                <a:solidFill>
                  <a:schemeClr val="tx2">
                    <a:lumMod val="60000"/>
                    <a:lumOff val="40000"/>
                  </a:schemeClr>
                </a:solidFill>
              </a:rPr>
              <a:t>GUIDE :</a:t>
            </a:r>
            <a:endParaRPr lang="zh-CN" altLang="en-US" dirty="0"/>
          </a:p>
          <a:p>
            <a:pPr algn="ctr">
              <a:spcBef>
                <a:spcPct val="20000"/>
              </a:spcBef>
            </a:pPr>
            <a:r>
              <a:rPr lang="en-US" sz="2700" b="1" dirty="0">
                <a:solidFill>
                  <a:schemeClr val="tx1">
                    <a:lumMod val="95000"/>
                    <a:lumOff val="5000"/>
                  </a:schemeClr>
                </a:solidFill>
              </a:rPr>
              <a:t>Prof. </a:t>
            </a:r>
            <a:r>
              <a:rPr lang="en-US" sz="2700" b="1" dirty="0" err="1">
                <a:solidFill>
                  <a:schemeClr val="tx1">
                    <a:lumMod val="95000"/>
                    <a:lumOff val="5000"/>
                  </a:schemeClr>
                </a:solidFill>
              </a:rPr>
              <a:t>Vashali</a:t>
            </a:r>
            <a:r>
              <a:rPr lang="en-US" sz="2700" b="1" dirty="0">
                <a:solidFill>
                  <a:schemeClr val="tx1">
                    <a:lumMod val="95000"/>
                    <a:lumOff val="5000"/>
                  </a:schemeClr>
                </a:solidFill>
              </a:rPr>
              <a:t> </a:t>
            </a:r>
            <a:r>
              <a:rPr lang="en-US" sz="2700" b="1" dirty="0" err="1">
                <a:solidFill>
                  <a:schemeClr val="tx1">
                    <a:lumMod val="95000"/>
                    <a:lumOff val="5000"/>
                  </a:schemeClr>
                </a:solidFill>
              </a:rPr>
              <a:t>Khobradgade</a:t>
            </a:r>
            <a:r>
              <a:rPr lang="en-US" sz="2700" b="1" dirty="0">
                <a:solidFill>
                  <a:schemeClr val="tx1">
                    <a:lumMod val="95000"/>
                    <a:lumOff val="5000"/>
                  </a:schemeClr>
                </a:solidFill>
              </a:rPr>
              <a:t> Mam</a:t>
            </a:r>
          </a:p>
        </p:txBody>
      </p:sp>
      <p:sp>
        <p:nvSpPr>
          <p:cNvPr id="1048588" name="Title Placeholder 1"/>
          <p:cNvSpPr txBox="1"/>
          <p:nvPr/>
        </p:nvSpPr>
        <p:spPr>
          <a:xfrm>
            <a:off x="0" y="0"/>
            <a:ext cx="10972800" cy="1524000"/>
          </a:xfrm>
          <a:prstGeom prst="rect">
            <a:avLst/>
          </a:prstGeom>
        </p:spPr>
        <p:txBody>
          <a:bodyPr vert="horz" lIns="104498" tIns="52249" rIns="104498" bIns="52249" rtlCol="0" anchor="ctr">
            <a:noAutofit/>
          </a:bodyPr>
          <a:lstStyle/>
          <a:p>
            <a:pPr marL="0" marR="0" lvl="0" indent="0" algn="ctr" defTabSz="1044976" rtl="0" eaLnBrk="1" fontAlgn="auto" latinLnBrk="0" hangingPunct="1">
              <a:lnSpc>
                <a:spcPct val="100000"/>
              </a:lnSpc>
              <a:spcBef>
                <a:spcPct val="0"/>
              </a:spcBef>
              <a:spcAft>
                <a:spcPts val="0"/>
              </a:spcAft>
              <a:buClrTx/>
              <a:buSzTx/>
              <a:buFontTx/>
              <a:buNone/>
            </a:pPr>
            <a:r>
              <a:rPr kumimoji="0" lang="en-US" sz="2400" b="0" i="0" u="none" strike="noStrike" kern="1200" cap="none" spc="0" normalizeH="0" baseline="0" noProof="0" dirty="0">
                <a:ln>
                  <a:noFill/>
                </a:ln>
                <a:solidFill>
                  <a:schemeClr val="tx1"/>
                </a:solidFill>
                <a:effectLst/>
                <a:uLnTx/>
                <a:uFillTx/>
                <a:latin typeface="+mj-lt"/>
                <a:ea typeface="+mj-ea"/>
                <a:cs typeface="+mj-cs"/>
              </a:rPr>
              <a:t>KJ's Educational Institute</a:t>
            </a:r>
            <a:br>
              <a:rPr kumimoji="0" lang="en-US" sz="2400" b="0" i="0" u="none" strike="noStrike" kern="1200" cap="none" spc="0" normalizeH="0" baseline="0" noProof="0" dirty="0">
                <a:ln>
                  <a:noFill/>
                </a:ln>
                <a:solidFill>
                  <a:schemeClr val="tx1"/>
                </a:solidFill>
                <a:effectLst/>
                <a:uLnTx/>
                <a:uFillTx/>
                <a:latin typeface="+mj-lt"/>
                <a:ea typeface="+mj-ea"/>
                <a:cs typeface="+mj-cs"/>
              </a:rPr>
            </a:br>
            <a:r>
              <a:rPr kumimoji="0" lang="en-US" sz="3200" b="1" i="0" u="none" strike="noStrike" kern="1200" cap="none" spc="0" normalizeH="0" baseline="0" noProof="0" dirty="0">
                <a:ln>
                  <a:noFill/>
                </a:ln>
                <a:solidFill>
                  <a:schemeClr val="tx1"/>
                </a:solidFill>
                <a:effectLst/>
                <a:latin typeface="+mj-lt"/>
                <a:ea typeface="+mj-ea"/>
                <a:cs typeface="+mj-cs"/>
              </a:rPr>
              <a:t>KJ Clg</a:t>
            </a:r>
            <a:r>
              <a:rPr kumimoji="0" lang="en-US" sz="3200" b="1" i="0" u="none" strike="noStrike" kern="1200" cap="none" spc="0" normalizeH="0" baseline="0" noProof="0" dirty="0">
                <a:ln>
                  <a:noFill/>
                </a:ln>
                <a:solidFill>
                  <a:schemeClr val="tx1"/>
                </a:solidFill>
                <a:effectLst/>
                <a:uLnTx/>
                <a:uFillTx/>
                <a:latin typeface="+mj-lt"/>
                <a:ea typeface="+mj-ea"/>
                <a:cs typeface="+mj-cs"/>
              </a:rPr>
              <a:t> of Engineering &amp; Management Research</a:t>
            </a:r>
            <a:endParaRPr lang="zh-CN" altLang="en-US"/>
          </a:p>
          <a:p>
            <a:pPr marL="0" marR="0" lvl="0" indent="0" algn="ctr" defTabSz="1044976" rtl="0" eaLnBrk="1" fontAlgn="auto" latinLnBrk="0" hangingPunct="1">
              <a:lnSpc>
                <a:spcPct val="100000"/>
              </a:lnSpc>
              <a:spcBef>
                <a:spcPct val="0"/>
              </a:spcBef>
              <a:spcAft>
                <a:spcPts val="0"/>
              </a:spcAft>
              <a:buClrTx/>
              <a:buSzTx/>
              <a:buFontTx/>
              <a:buNone/>
            </a:pPr>
            <a:r>
              <a:rPr kumimoji="0" lang="en-US" sz="2400" b="0" i="0" u="none" strike="noStrike" kern="1200" cap="none" spc="0" normalizeH="0" baseline="0" noProof="0" dirty="0">
                <a:ln>
                  <a:noFill/>
                </a:ln>
                <a:solidFill>
                  <a:schemeClr val="tx1"/>
                </a:solidFill>
                <a:effectLst/>
                <a:uLnTx/>
                <a:uFillTx/>
                <a:latin typeface="+mj-lt"/>
                <a:ea typeface="+mj-ea"/>
                <a:cs typeface="+mj-cs"/>
              </a:rPr>
              <a:t>(Accredited by NAAC)</a:t>
            </a:r>
            <a:endParaRPr lang="zh-CN" altLang="en-US"/>
          </a:p>
          <a:p>
            <a:pPr marL="0" marR="0" lvl="0" indent="0" algn="ctr" defTabSz="1044976" rtl="0" eaLnBrk="1" fontAlgn="auto" latinLnBrk="0" hangingPunct="1">
              <a:lnSpc>
                <a:spcPct val="100000"/>
              </a:lnSpc>
              <a:spcBef>
                <a:spcPct val="0"/>
              </a:spcBef>
              <a:spcAft>
                <a:spcPts val="0"/>
              </a:spcAft>
              <a:buClrTx/>
              <a:buSzTx/>
              <a:buFontTx/>
              <a:buNone/>
            </a:pPr>
            <a:r>
              <a:rPr kumimoji="0" lang="en-US" sz="2800" b="0" i="0" u="none" strike="noStrike" kern="1200" cap="none" spc="0" normalizeH="0" baseline="0" noProof="0" dirty="0">
                <a:ln>
                  <a:noFill/>
                </a:ln>
                <a:solidFill>
                  <a:schemeClr val="tx1"/>
                </a:solidFill>
                <a:effectLst/>
                <a:uLnTx/>
                <a:uFillTx/>
                <a:latin typeface="+mj-lt"/>
                <a:ea typeface="+mj-ea"/>
                <a:cs typeface="+mj-cs"/>
              </a:rPr>
              <a:t>DEPARTMENT OF COMPUTER ENGINEERING</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Content Placeholder 2"/>
          <p:cNvSpPr>
            <a:spLocks noGrp="1"/>
          </p:cNvSpPr>
          <p:nvPr>
            <p:ph idx="1"/>
          </p:nvPr>
        </p:nvSpPr>
        <p:spPr>
          <a:xfrm>
            <a:off x="1706880" y="1905000"/>
            <a:ext cx="8808720" cy="4884300"/>
          </a:xfrm>
        </p:spPr>
        <p:txBody>
          <a:bodyPr>
            <a:normAutofit/>
          </a:bodyPr>
          <a:lstStyle/>
          <a:p>
            <a:pPr algn="just">
              <a:buNone/>
            </a:pPr>
            <a:endParaRPr lang="en-US" dirty="0"/>
          </a:p>
          <a:p>
            <a:pPr algn="just"/>
            <a:r>
              <a:rPr lang="en-US" sz="2400" b="1" dirty="0"/>
              <a:t>PROJECT GROUP DETAILS</a:t>
            </a:r>
          </a:p>
          <a:p>
            <a:pPr algn="just"/>
            <a:r>
              <a:rPr lang="en-US" sz="2400" b="1" dirty="0"/>
              <a:t>INTRODUCTION</a:t>
            </a:r>
          </a:p>
          <a:p>
            <a:r>
              <a:rPr lang="en-US" sz="2400" b="1" dirty="0"/>
              <a:t>AIM AND OBJECTIVES OF THE PROJECT</a:t>
            </a:r>
          </a:p>
          <a:p>
            <a:r>
              <a:rPr lang="en-US" sz="2400" b="1" dirty="0"/>
              <a:t>LITERATURE SURVEY </a:t>
            </a:r>
            <a:endParaRPr lang="zh-CN" altLang="en-US"/>
          </a:p>
          <a:p>
            <a:r>
              <a:rPr lang="en-US" sz="2400" b="1" dirty="0"/>
              <a:t>SYSTEM ARCHITECTURE</a:t>
            </a:r>
          </a:p>
          <a:p>
            <a:r>
              <a:rPr lang="en-US" sz="2400" b="1" dirty="0"/>
              <a:t>TECHNIQUES / ALGORITHMS</a:t>
            </a:r>
          </a:p>
          <a:p>
            <a:r>
              <a:rPr lang="en-US" sz="2400" b="1" dirty="0"/>
              <a:t>APPLICATIONS / ADVANTAGES</a:t>
            </a:r>
          </a:p>
          <a:p>
            <a:r>
              <a:rPr lang="en-US" sz="2400" b="1" dirty="0"/>
              <a:t>CONCLUSION</a:t>
            </a:r>
          </a:p>
          <a:p>
            <a:r>
              <a:rPr lang="en-US" sz="2400" b="1" dirty="0"/>
              <a:t>REFERENCES </a:t>
            </a:r>
            <a:endParaRPr lang="en-US" sz="2000" b="1" dirty="0"/>
          </a:p>
        </p:txBody>
      </p:sp>
      <p:sp>
        <p:nvSpPr>
          <p:cNvPr id="1048595" name="Footer Placeholder 3"/>
          <p:cNvSpPr>
            <a:spLocks noGrp="1"/>
          </p:cNvSpPr>
          <p:nvPr>
            <p:ph type="ftr" sz="quarter" idx="11"/>
          </p:nvPr>
        </p:nvSpPr>
        <p:spPr>
          <a:xfrm>
            <a:off x="4389120" y="6780107"/>
            <a:ext cx="3474720" cy="389467"/>
          </a:xfrm>
        </p:spPr>
        <p:txBody>
          <a:bodyPr/>
          <a:lstStyle/>
          <a:p>
            <a:r>
              <a:rPr lang="en-US" dirty="0"/>
              <a:t>Seminar Title Goes here</a:t>
            </a:r>
          </a:p>
        </p:txBody>
      </p:sp>
      <p:sp>
        <p:nvSpPr>
          <p:cNvPr id="1048596" name="Slide Number Placeholder 4"/>
          <p:cNvSpPr>
            <a:spLocks noGrp="1"/>
          </p:cNvSpPr>
          <p:nvPr>
            <p:ph type="sldNum" sz="quarter" idx="12"/>
          </p:nvPr>
        </p:nvSpPr>
        <p:spPr/>
        <p:txBody>
          <a:bodyPr/>
          <a:lstStyle/>
          <a:p>
            <a:r>
              <a:rPr lang="en-US" dirty="0"/>
              <a:t>1</a:t>
            </a:r>
          </a:p>
        </p:txBody>
      </p:sp>
      <p:sp>
        <p:nvSpPr>
          <p:cNvPr id="1048597" name="Title 8"/>
          <p:cNvSpPr>
            <a:spLocks noGrp="1"/>
          </p:cNvSpPr>
          <p:nvPr>
            <p:ph type="title"/>
          </p:nvPr>
        </p:nvSpPr>
        <p:spPr>
          <a:xfrm>
            <a:off x="1706880" y="1143000"/>
            <a:ext cx="8473440" cy="989874"/>
          </a:xfrm>
          <a:effectLst>
            <a:glow rad="228600">
              <a:schemeClr val="accent5">
                <a:satMod val="175000"/>
                <a:alpha val="40000"/>
              </a:schemeClr>
            </a:glow>
            <a:outerShdw blurRad="50800" dist="38100" dir="16200000" rotWithShape="0">
              <a:prstClr val="black">
                <a:alpha val="40000"/>
              </a:prstClr>
            </a:outerShdw>
          </a:effectLst>
        </p:spPr>
        <p:txBody>
          <a:bodyPr/>
          <a:lstStyle/>
          <a:p>
            <a:pPr algn="l"/>
            <a:r>
              <a:rPr lang="en-IN" sz="3600" b="1" dirty="0">
                <a:solidFill>
                  <a:schemeClr val="tx2">
                    <a:lumMod val="40000"/>
                    <a:lumOff val="60000"/>
                  </a:schemeClr>
                </a:solidFill>
              </a:rPr>
              <a:t>TABLE OF CONTENTS</a:t>
            </a:r>
            <a:r>
              <a:rPr lang="en-IN" sz="3600" b="1" dirty="0">
                <a:solidFill>
                  <a:schemeClr val="tx2">
                    <a:lumMod val="40000"/>
                    <a:lumOff val="60000"/>
                  </a:schemeClr>
                </a:solidFill>
                <a:latin typeface="Arial Black" panose="020B0A04020102020204" pitchFamily="34"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Content Placeholder 2"/>
          <p:cNvSpPr>
            <a:spLocks noGrp="1"/>
          </p:cNvSpPr>
          <p:nvPr>
            <p:ph idx="1"/>
          </p:nvPr>
        </p:nvSpPr>
        <p:spPr>
          <a:xfrm>
            <a:off x="152400" y="1905000"/>
            <a:ext cx="10668000" cy="5264574"/>
          </a:xfrm>
        </p:spPr>
        <p:txBody>
          <a:bodyPr>
            <a:normAutofit fontScale="96429"/>
          </a:bodyPr>
          <a:lstStyle/>
          <a:p>
            <a:pPr marL="0" indent="0">
              <a:buNone/>
            </a:pPr>
            <a:r>
              <a:rPr lang="en-US" sz="3200" b="1" dirty="0">
                <a:solidFill>
                  <a:schemeClr val="tx2">
                    <a:lumMod val="40000"/>
                    <a:lumOff val="60000"/>
                  </a:schemeClr>
                </a:solidFill>
              </a:rPr>
              <a:t>PROJECT TITLE :</a:t>
            </a:r>
          </a:p>
          <a:p>
            <a:pPr marL="0" indent="0">
              <a:buNone/>
            </a:pPr>
            <a:r>
              <a:rPr lang="en-US" sz="3200" b="1" dirty="0"/>
              <a:t>           " BUILD YOUR OWN ALEXA "</a:t>
            </a:r>
            <a:endParaRPr lang="zh-CN" altLang="en-US"/>
          </a:p>
          <a:p>
            <a:pPr marL="0" indent="0" algn="just">
              <a:buNone/>
            </a:pPr>
            <a:r>
              <a:rPr lang="en-US" sz="3200" b="1" dirty="0">
                <a:solidFill>
                  <a:schemeClr val="tx2">
                    <a:lumMod val="40000"/>
                    <a:lumOff val="60000"/>
                  </a:schemeClr>
                </a:solidFill>
              </a:rPr>
              <a:t>DOMAIN :</a:t>
            </a:r>
            <a:r>
              <a:rPr lang="en-US" sz="3200" dirty="0"/>
              <a:t>		</a:t>
            </a:r>
          </a:p>
          <a:p>
            <a:pPr marL="0" indent="0">
              <a:buNone/>
            </a:pPr>
            <a:r>
              <a:rPr lang="en-US" sz="2800" b="1" dirty="0"/>
              <a:t>              JARVIS VOICE  ASSISTANT</a:t>
            </a:r>
            <a:endParaRPr lang="zh-CN" altLang="en-US"/>
          </a:p>
          <a:p>
            <a:pPr marL="0" indent="0">
              <a:buNone/>
            </a:pPr>
            <a:r>
              <a:rPr lang="en-US" sz="3200" b="1" dirty="0">
                <a:solidFill>
                  <a:schemeClr val="tx2">
                    <a:lumMod val="40000"/>
                    <a:lumOff val="60000"/>
                  </a:schemeClr>
                </a:solidFill>
              </a:rPr>
              <a:t>MEMBERS :</a:t>
            </a:r>
            <a:r>
              <a:rPr lang="en-US" sz="3200" dirty="0"/>
              <a:t>	</a:t>
            </a:r>
          </a:p>
          <a:p>
            <a:pPr marL="0" indent="0">
              <a:buNone/>
            </a:pPr>
            <a:r>
              <a:rPr lang="en-US" sz="3200" dirty="0"/>
              <a:t>             </a:t>
            </a:r>
            <a:r>
              <a:rPr lang="en-US" sz="2800" b="1" dirty="0"/>
              <a:t>Nikita Nigade</a:t>
            </a:r>
            <a:endParaRPr lang="zh-CN" altLang="en-US"/>
          </a:p>
          <a:p>
            <a:pPr marL="0" indent="0">
              <a:buNone/>
            </a:pPr>
            <a:r>
              <a:rPr lang="en-US" sz="2800" b="1" dirty="0"/>
              <a:t>               Nimbalkar Akanksha</a:t>
            </a:r>
            <a:endParaRPr lang="zh-CN" altLang="en-US"/>
          </a:p>
          <a:p>
            <a:pPr marL="0" indent="0">
              <a:buNone/>
            </a:pPr>
            <a:r>
              <a:rPr lang="en-US" sz="2800" b="1" dirty="0"/>
              <a:t>               Shubhangi patil</a:t>
            </a:r>
            <a:endParaRPr lang="zh-CN" altLang="en-US"/>
          </a:p>
          <a:p>
            <a:pPr marL="0" indent="0">
              <a:buNone/>
            </a:pPr>
            <a:r>
              <a:rPr lang="en-US" sz="2800" b="1" dirty="0"/>
              <a:t>               Aniruddh pawar</a:t>
            </a:r>
            <a:endParaRPr lang="zh-CN" altLang="en-US"/>
          </a:p>
          <a:p>
            <a:pPr marL="0" indent="0">
              <a:buNone/>
            </a:pPr>
            <a:r>
              <a:rPr lang="en-US" sz="2800" b="1" dirty="0"/>
              <a:t>               Saurabh patil        </a:t>
            </a:r>
            <a:endParaRPr lang="zh-CN" altLang="en-US"/>
          </a:p>
          <a:p>
            <a:endParaRPr lang="en-US" sz="3200" dirty="0"/>
          </a:p>
        </p:txBody>
      </p:sp>
      <p:sp>
        <p:nvSpPr>
          <p:cNvPr id="1048599" name="Footer Placeholder 3"/>
          <p:cNvSpPr>
            <a:spLocks noGrp="1"/>
          </p:cNvSpPr>
          <p:nvPr>
            <p:ph type="ftr" sz="quarter" idx="11"/>
          </p:nvPr>
        </p:nvSpPr>
        <p:spPr/>
        <p:txBody>
          <a:bodyPr/>
          <a:lstStyle/>
          <a:p>
            <a:r>
              <a:rPr lang="en-US" dirty="0"/>
              <a:t>Seminar Title Goes here</a:t>
            </a:r>
          </a:p>
        </p:txBody>
      </p:sp>
      <p:sp>
        <p:nvSpPr>
          <p:cNvPr id="1048600" name="Slide Number Placeholder 4"/>
          <p:cNvSpPr>
            <a:spLocks noGrp="1"/>
          </p:cNvSpPr>
          <p:nvPr>
            <p:ph type="sldNum" sz="quarter" idx="12"/>
          </p:nvPr>
        </p:nvSpPr>
        <p:spPr/>
        <p:txBody>
          <a:bodyPr/>
          <a:lstStyle/>
          <a:p>
            <a:fld id="{B6F15528-21DE-4FAA-801E-634DDDAF4B2B}" type="slidenum">
              <a:rPr lang="en-US" smtClean="0"/>
              <a:t>3</a:t>
            </a:fld>
            <a:endParaRPr lang="en-US" dirty="0"/>
          </a:p>
        </p:txBody>
      </p:sp>
      <p:sp>
        <p:nvSpPr>
          <p:cNvPr id="1048601" name="Title 5"/>
          <p:cNvSpPr>
            <a:spLocks noGrp="1"/>
          </p:cNvSpPr>
          <p:nvPr>
            <p:ph type="title"/>
          </p:nvPr>
        </p:nvSpPr>
        <p:spPr>
          <a:xfrm>
            <a:off x="1066800" y="533400"/>
            <a:ext cx="9204960" cy="838200"/>
          </a:xfrm>
          <a:effectLst>
            <a:outerShdw blurRad="50800" dist="38100" algn="l" rotWithShape="0">
              <a:prstClr val="black">
                <a:alpha val="40000"/>
              </a:prstClr>
            </a:outerShdw>
          </a:effectLst>
        </p:spPr>
        <p:txBody>
          <a:bodyPr anchor="ctr"/>
          <a:lstStyle/>
          <a:p>
            <a:r>
              <a:rPr lang="en-US" sz="4400" b="1" dirty="0">
                <a:solidFill>
                  <a:schemeClr val="tx2">
                    <a:lumMod val="40000"/>
                    <a:lumOff val="60000"/>
                  </a:schemeClr>
                </a:solidFill>
              </a:rPr>
              <a:t>CONTENTS</a:t>
            </a:r>
            <a:r>
              <a:rPr lang="en-US" sz="4000" b="1" dirty="0">
                <a:solidFill>
                  <a:schemeClr val="tx2">
                    <a:lumMod val="40000"/>
                    <a:lumOff val="60000"/>
                  </a:schemeClr>
                </a:solidFill>
                <a:latin typeface="Arial Black" panose="020B0A0402010202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Content Placeholder 2"/>
          <p:cNvSpPr>
            <a:spLocks noGrp="1"/>
          </p:cNvSpPr>
          <p:nvPr>
            <p:ph idx="1"/>
          </p:nvPr>
        </p:nvSpPr>
        <p:spPr>
          <a:xfrm>
            <a:off x="381000" y="1752600"/>
            <a:ext cx="10043160" cy="5416974"/>
          </a:xfrm>
        </p:spPr>
        <p:txBody>
          <a:bodyPr>
            <a:normAutofit/>
          </a:bodyPr>
          <a:lstStyle/>
          <a:p>
            <a:pPr marL="0" indent="0" algn="just">
              <a:buNone/>
            </a:pPr>
            <a:r>
              <a:rPr lang="en-US" sz="1800" b="0" i="0" u="none" strike="noStrike" baseline="0" dirty="0">
                <a:solidFill>
                  <a:srgbClr val="000000"/>
                </a:solidFill>
                <a:latin typeface="Times New Roman" panose="02020603050405020304" pitchFamily="18" charset="0"/>
              </a:rPr>
              <a:t>      Today, almost all work has been digitized. We have smartphones in our hands, and these are the world's only possessions at our fingertips. We don't even use our fingers these days. We just have to talk about the work and we're done there is a system You can say "Throw daddy" here. “I will be late today.” And the text was sent. This is the job of the virtual assistant. It also supports specialized tasks such as booking flights online or finding the cheapest book on a variety of e-commerce sites and then provides an order booking interface that helps you automate searches, searches, and online ordering tasks. A virtual assistant is a program that helps make everyday tasks easier, such as displaying the weather forecast, creating reminders, creating a shopping list, and more, and can receive commands via text (online chatbot) or voice. voice based The intelligent assistant needs a challenge or wake word to activate the command next to the listener. for me A design in which the awakening word is JARVIS. There are as many virtual assistants as Apple's Siri, Amazon's Alexa, and Microsoft's Cortana.</a:t>
            </a:r>
          </a:p>
          <a:p>
            <a:pPr marL="0" indent="0">
              <a:buNone/>
            </a:pPr>
            <a:endParaRPr lang="en-US" sz="3600" dirty="0">
              <a:solidFill>
                <a:srgbClr val="FF0000"/>
              </a:solidFill>
            </a:endParaRPr>
          </a:p>
          <a:p>
            <a:pPr marL="0" indent="0">
              <a:buNone/>
            </a:pPr>
            <a:endParaRPr lang="en-US" sz="3600" dirty="0">
              <a:solidFill>
                <a:srgbClr val="FF0000"/>
              </a:solidFill>
            </a:endParaRPr>
          </a:p>
        </p:txBody>
      </p:sp>
      <p:sp>
        <p:nvSpPr>
          <p:cNvPr id="1048603" name="Footer Placeholder 4"/>
          <p:cNvSpPr>
            <a:spLocks noGrp="1"/>
          </p:cNvSpPr>
          <p:nvPr>
            <p:ph type="ftr" sz="quarter" idx="11"/>
          </p:nvPr>
        </p:nvSpPr>
        <p:spPr/>
        <p:txBody>
          <a:bodyPr/>
          <a:lstStyle/>
          <a:p>
            <a:r>
              <a:rPr lang="en-US" dirty="0"/>
              <a:t>Seminar Title Goes here</a:t>
            </a:r>
          </a:p>
        </p:txBody>
      </p:sp>
      <p:sp>
        <p:nvSpPr>
          <p:cNvPr id="1048604" name="Slide Number Placeholder 5"/>
          <p:cNvSpPr>
            <a:spLocks noGrp="1"/>
          </p:cNvSpPr>
          <p:nvPr>
            <p:ph type="sldNum" sz="quarter" idx="12"/>
          </p:nvPr>
        </p:nvSpPr>
        <p:spPr/>
        <p:txBody>
          <a:bodyPr/>
          <a:lstStyle/>
          <a:p>
            <a:r>
              <a:rPr lang="en-US" dirty="0"/>
              <a:t>2</a:t>
            </a:r>
          </a:p>
        </p:txBody>
      </p:sp>
      <p:sp>
        <p:nvSpPr>
          <p:cNvPr id="1048605" name="Rectangle 6"/>
          <p:cNvSpPr/>
          <p:nvPr/>
        </p:nvSpPr>
        <p:spPr>
          <a:xfrm>
            <a:off x="7498081" y="6258560"/>
            <a:ext cx="271951" cy="428684"/>
          </a:xfrm>
          <a:prstGeom prst="rect">
            <a:avLst/>
          </a:prstGeom>
        </p:spPr>
        <p:txBody>
          <a:bodyPr wrap="none" lIns="104498" tIns="52249" rIns="104498" bIns="52249">
            <a:spAutoFit/>
          </a:bodyPr>
          <a:lstStyle/>
          <a:p>
            <a:r>
              <a:rPr lang="en-US" dirty="0">
                <a:solidFill>
                  <a:srgbClr val="FF0000"/>
                </a:solidFill>
              </a:rPr>
              <a:t> </a:t>
            </a:r>
          </a:p>
        </p:txBody>
      </p:sp>
      <p:sp>
        <p:nvSpPr>
          <p:cNvPr id="1048606" name="Title 5"/>
          <p:cNvSpPr>
            <a:spLocks noGrp="1"/>
          </p:cNvSpPr>
          <p:nvPr>
            <p:ph type="title"/>
          </p:nvPr>
        </p:nvSpPr>
        <p:spPr>
          <a:xfrm>
            <a:off x="1219200" y="191347"/>
            <a:ext cx="8077200" cy="1295400"/>
          </a:xfrm>
          <a:effectLst>
            <a:outerShdw blurRad="50800" dist="38100" dir="18900000" algn="bl" rotWithShape="0">
              <a:prstClr val="black">
                <a:alpha val="40000"/>
              </a:prstClr>
            </a:outerShdw>
          </a:effectLst>
        </p:spPr>
        <p:txBody>
          <a:bodyPr anchor="ctr"/>
          <a:lstStyle/>
          <a:p>
            <a:r>
              <a:rPr lang="en-US" sz="4400" b="1" dirty="0">
                <a:solidFill>
                  <a:schemeClr val="tx2">
                    <a:lumMod val="40000"/>
                    <a:lumOff val="60000"/>
                  </a:schemeClr>
                </a:solidFill>
              </a:rPr>
              <a:t>INTRODUCTION</a:t>
            </a:r>
            <a:r>
              <a:rPr lang="en-US" sz="4800" b="1" dirty="0">
                <a:solidFill>
                  <a:schemeClr val="tx2">
                    <a:lumMod val="40000"/>
                    <a:lumOff val="60000"/>
                  </a:schemeClr>
                </a:solidFill>
              </a:rPr>
              <a:t> :</a:t>
            </a:r>
          </a:p>
        </p:txBody>
      </p:sp>
      <p:pic>
        <p:nvPicPr>
          <p:cNvPr id="2097154" name="Picture 9"/>
          <p:cNvPicPr>
            <a:picLocks noChangeAspect="1"/>
          </p:cNvPicPr>
          <p:nvPr/>
        </p:nvPicPr>
        <p:blipFill>
          <a:blip r:embed="rId2"/>
          <a:stretch>
            <a:fillRect/>
          </a:stretch>
        </p:blipFill>
        <p:spPr>
          <a:xfrm>
            <a:off x="2362200" y="4953000"/>
            <a:ext cx="6324600" cy="21335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Footer Placeholder 4"/>
          <p:cNvSpPr>
            <a:spLocks noGrp="1"/>
          </p:cNvSpPr>
          <p:nvPr>
            <p:ph type="ftr" sz="quarter" idx="11"/>
          </p:nvPr>
        </p:nvSpPr>
        <p:spPr/>
        <p:txBody>
          <a:bodyPr/>
          <a:lstStyle/>
          <a:p>
            <a:r>
              <a:rPr lang="en-US"/>
              <a:t>Seminar Title Goes here</a:t>
            </a:r>
            <a:endParaRPr lang="en-US" dirty="0"/>
          </a:p>
        </p:txBody>
      </p:sp>
      <p:sp>
        <p:nvSpPr>
          <p:cNvPr id="1048612" name="Slide Number Placeholder 3"/>
          <p:cNvSpPr>
            <a:spLocks noGrp="1"/>
          </p:cNvSpPr>
          <p:nvPr>
            <p:ph type="sldNum" sz="quarter" idx="12"/>
          </p:nvPr>
        </p:nvSpPr>
        <p:spPr/>
        <p:txBody>
          <a:bodyPr/>
          <a:lstStyle/>
          <a:p>
            <a:fld id="{B6F15528-21DE-4FAA-801E-634DDDAF4B2B}" type="slidenum">
              <a:rPr lang="en-US" smtClean="0"/>
              <a:t>5</a:t>
            </a:fld>
            <a:endParaRPr lang="en-US" dirty="0"/>
          </a:p>
        </p:txBody>
      </p:sp>
      <p:sp>
        <p:nvSpPr>
          <p:cNvPr id="1048613" name="Subtitle 14"/>
          <p:cNvSpPr>
            <a:spLocks noGrp="1"/>
          </p:cNvSpPr>
          <p:nvPr>
            <p:ph type="subTitle" idx="4294967295"/>
          </p:nvPr>
        </p:nvSpPr>
        <p:spPr>
          <a:xfrm>
            <a:off x="108857" y="1600200"/>
            <a:ext cx="10896600" cy="5797550"/>
          </a:xfrm>
        </p:spPr>
        <p:txBody>
          <a:bodyPr>
            <a:normAutofit/>
          </a:bodyPr>
          <a:lstStyle/>
          <a:p>
            <a:pPr marL="0" indent="0" algn="just">
              <a:buNone/>
            </a:pPr>
            <a:r>
              <a:rPr lang="en-US" sz="2400" b="0" i="0" dirty="0">
                <a:solidFill>
                  <a:srgbClr val="000000"/>
                </a:solidFill>
                <a:effectLst/>
                <a:latin typeface="Times New Roman" panose="02020603050405020304" pitchFamily="18" charset="0"/>
                <a:cs typeface="Times New Roman" panose="02020603050405020304" pitchFamily="18" charset="0"/>
              </a:rPr>
              <a:t>  Have you ever wondered how cool it would be to have your own A.I. assistant? Imagine how easier it would be to send emails without typing a single word, do Wikipedia searches without opening web browsers, and perform many other daily tasks like playing music with the help of a single voice command.</a:t>
            </a:r>
          </a:p>
          <a:p>
            <a:pPr algn="just"/>
            <a:r>
              <a:rPr lang="en-US" sz="3200" b="1" i="0" dirty="0">
                <a:solidFill>
                  <a:srgbClr val="000000"/>
                </a:solidFill>
                <a:effectLst/>
                <a:latin typeface="Times New Roman" panose="02020603050405020304" pitchFamily="18" charset="0"/>
                <a:cs typeface="Times New Roman" panose="02020603050405020304" pitchFamily="18" charset="0"/>
              </a:rPr>
              <a:t>What can this A.I. assistant do for you?</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It can send emails on your behalf.</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It can play music for you.</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It can do Wikipedia searches for you.</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It is capable of opening websites like Google, </a:t>
            </a:r>
            <a:r>
              <a:rPr lang="en-US" sz="2400" b="0" i="0" dirty="0" err="1">
                <a:solidFill>
                  <a:srgbClr val="000000"/>
                </a:solidFill>
                <a:effectLst/>
                <a:latin typeface="Times New Roman" panose="02020603050405020304" pitchFamily="18" charset="0"/>
                <a:cs typeface="Times New Roman" panose="02020603050405020304" pitchFamily="18" charset="0"/>
              </a:rPr>
              <a:t>Youtube</a:t>
            </a:r>
            <a:r>
              <a:rPr lang="en-US" sz="2400" b="0" i="0" dirty="0">
                <a:solidFill>
                  <a:srgbClr val="000000"/>
                </a:solidFill>
                <a:effectLst/>
                <a:latin typeface="Times New Roman" panose="02020603050405020304" pitchFamily="18" charset="0"/>
                <a:cs typeface="Times New Roman" panose="02020603050405020304" pitchFamily="18" charset="0"/>
              </a:rPr>
              <a:t>, etc., in a web browser.</a:t>
            </a:r>
          </a:p>
          <a:p>
            <a:pPr algn="just">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It is capable of opening your code editor or IDE with a single voice command</a:t>
            </a:r>
            <a:r>
              <a:rPr lang="en-US" sz="2000" b="0" i="0" dirty="0">
                <a:solidFill>
                  <a:srgbClr val="000000"/>
                </a:solidFill>
                <a:effectLst/>
                <a:latin typeface="Karla" pitchFamily="2" charset="0"/>
              </a:rPr>
              <a:t>.</a:t>
            </a:r>
          </a:p>
          <a:p>
            <a:pPr algn="just"/>
            <a:endParaRPr lang="en-US" sz="2800" b="1" i="0" dirty="0">
              <a:solidFill>
                <a:srgbClr val="000000"/>
              </a:solidFill>
              <a:effectLst/>
              <a:latin typeface="Karla" pitchFamily="2" charset="0"/>
            </a:endParaRPr>
          </a:p>
          <a:p>
            <a:pPr algn="just"/>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Content Placeholder 2"/>
          <p:cNvSpPr>
            <a:spLocks noGrp="1"/>
          </p:cNvSpPr>
          <p:nvPr>
            <p:ph idx="1"/>
          </p:nvPr>
        </p:nvSpPr>
        <p:spPr>
          <a:xfrm>
            <a:off x="0" y="1600200"/>
            <a:ext cx="10972800" cy="5715000"/>
          </a:xfrm>
        </p:spPr>
        <p:txBody>
          <a:bodyPr/>
          <a:lstStyle/>
          <a:p>
            <a:pPr marL="0" indent="0" algn="just">
              <a:buNone/>
            </a:pPr>
            <a:r>
              <a:rPr lang="en-US" dirty="0"/>
              <a:t> </a:t>
            </a:r>
            <a:r>
              <a:rPr lang="en-US" b="1" dirty="0"/>
              <a:t>AIM :</a:t>
            </a:r>
          </a:p>
          <a:p>
            <a:pPr marL="0" indent="0">
              <a:buNone/>
            </a:pPr>
            <a:r>
              <a:rPr lang="en-US" sz="3200" b="1" dirty="0"/>
              <a:t>     </a:t>
            </a:r>
            <a:r>
              <a:rPr lang="en-US" sz="3200" dirty="0"/>
              <a:t> </a:t>
            </a:r>
            <a:r>
              <a:rPr lang="en-US" sz="2400" b="0" i="0" u="none" strike="noStrike" baseline="0" dirty="0">
                <a:solidFill>
                  <a:srgbClr val="000000"/>
                </a:solidFill>
                <a:latin typeface="Times New Roman" panose="02020603050405020304" pitchFamily="18" charset="0"/>
              </a:rPr>
              <a:t>The purpose of this project is to create a “VOICE ASSISTANT”, like Google Assistant for Android, and Siri for Ios.</a:t>
            </a:r>
            <a:endParaRPr lang="en-US" sz="3200" dirty="0"/>
          </a:p>
          <a:p>
            <a:pPr marL="0" indent="0">
              <a:buNone/>
            </a:pPr>
            <a:r>
              <a:rPr lang="en-US" sz="3200" b="1" dirty="0"/>
              <a:t>OBJECTIVES :</a:t>
            </a:r>
          </a:p>
          <a:p>
            <a:pPr algn="l"/>
            <a:endParaRPr lang="en-IN" sz="1800" b="0" i="0" u="none" strike="noStrike" baseline="0" dirty="0">
              <a:solidFill>
                <a:srgbClr val="000000"/>
              </a:solidFill>
              <a:latin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rPr>
              <a:t>To understand and carry out the audio instructions given by the user. </a:t>
            </a:r>
          </a:p>
          <a:p>
            <a:r>
              <a:rPr lang="en-IN" sz="2400" b="0" i="0" u="none" strike="noStrike" baseline="0" dirty="0">
                <a:solidFill>
                  <a:srgbClr val="000000"/>
                </a:solidFill>
                <a:latin typeface="Times New Roman" panose="02020603050405020304" pitchFamily="18" charset="0"/>
              </a:rPr>
              <a:t>To answer phone calls.</a:t>
            </a:r>
          </a:p>
          <a:p>
            <a:r>
              <a:rPr lang="en-US" sz="2400" b="0" i="0" u="none" strike="noStrike" baseline="0" dirty="0">
                <a:solidFill>
                  <a:srgbClr val="000000"/>
                </a:solidFill>
                <a:latin typeface="Times New Roman" panose="02020603050405020304" pitchFamily="18" charset="0"/>
              </a:rPr>
              <a:t>To provide human beings with a virtual environment where we can interact with a computer just as we do in the real worl</a:t>
            </a:r>
            <a:r>
              <a:rPr lang="en-US" sz="2400" dirty="0">
                <a:solidFill>
                  <a:srgbClr val="000000"/>
                </a:solidFill>
                <a:latin typeface="Times New Roman" panose="02020603050405020304" pitchFamily="18" charset="0"/>
              </a:rPr>
              <a:t>d</a:t>
            </a:r>
            <a:r>
              <a:rPr lang="en-US" sz="2400" b="0" i="0" u="none" strike="noStrike" baseline="0" dirty="0">
                <a:solidFill>
                  <a:srgbClr val="000000"/>
                </a:solidFill>
                <a:latin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To minimize the use of input devices like keyboard, mouse, etc. This will reduce both the hardware cost and the time taken by it</a:t>
            </a:r>
          </a:p>
        </p:txBody>
      </p:sp>
      <p:sp>
        <p:nvSpPr>
          <p:cNvPr id="1048615" name="Footer Placeholder 3"/>
          <p:cNvSpPr>
            <a:spLocks noGrp="1"/>
          </p:cNvSpPr>
          <p:nvPr>
            <p:ph type="ftr" sz="quarter" idx="11"/>
          </p:nvPr>
        </p:nvSpPr>
        <p:spPr/>
        <p:txBody>
          <a:bodyPr/>
          <a:lstStyle/>
          <a:p>
            <a:r>
              <a:rPr lang="en-US"/>
              <a:t>Seminar Title Goes here</a:t>
            </a:r>
            <a:endParaRPr lang="en-US" dirty="0"/>
          </a:p>
        </p:txBody>
      </p:sp>
      <p:sp>
        <p:nvSpPr>
          <p:cNvPr id="1048616" name="Slide Number Placeholder 4"/>
          <p:cNvSpPr>
            <a:spLocks noGrp="1"/>
          </p:cNvSpPr>
          <p:nvPr>
            <p:ph type="sldNum" sz="quarter" idx="12"/>
          </p:nvPr>
        </p:nvSpPr>
        <p:spPr/>
        <p:txBody>
          <a:bodyPr/>
          <a:lstStyle/>
          <a:p>
            <a:fld id="{B6F15528-21DE-4FAA-801E-634DDDAF4B2B}" type="slidenum">
              <a:rPr lang="en-US" smtClean="0"/>
              <a:t>6</a:t>
            </a:fld>
            <a:endParaRPr lang="en-US" dirty="0"/>
          </a:p>
        </p:txBody>
      </p:sp>
      <p:sp>
        <p:nvSpPr>
          <p:cNvPr id="1048617" name="Title 5"/>
          <p:cNvSpPr>
            <a:spLocks noGrp="1"/>
          </p:cNvSpPr>
          <p:nvPr>
            <p:ph type="title"/>
          </p:nvPr>
        </p:nvSpPr>
        <p:spPr>
          <a:xfrm>
            <a:off x="1219200" y="315686"/>
            <a:ext cx="8382000" cy="1219200"/>
          </a:xfrm>
          <a:effectLst>
            <a:outerShdw blurRad="50800" dist="38100" dir="16200000" rotWithShape="0">
              <a:prstClr val="black">
                <a:alpha val="40000"/>
              </a:prstClr>
            </a:outerShdw>
          </a:effectLst>
        </p:spPr>
        <p:txBody>
          <a:bodyPr anchor="ctr"/>
          <a:lstStyle/>
          <a:p>
            <a:r>
              <a:rPr lang="en-US" sz="4400" b="1" dirty="0">
                <a:solidFill>
                  <a:schemeClr val="tx2">
                    <a:lumMod val="40000"/>
                    <a:lumOff val="60000"/>
                  </a:schemeClr>
                </a:solidFill>
              </a:rPr>
              <a:t>AIM AND OBJECTIVES </a:t>
            </a:r>
            <a:r>
              <a:rPr lang="en-US" sz="4800" b="1" dirty="0">
                <a:solidFill>
                  <a:schemeClr val="tx2">
                    <a:lumMod val="40000"/>
                    <a:lumOff val="60000"/>
                  </a:schemeClr>
                </a:solidFil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Title 1"/>
          <p:cNvSpPr>
            <a:spLocks noGrp="1"/>
          </p:cNvSpPr>
          <p:nvPr>
            <p:ph type="title"/>
          </p:nvPr>
        </p:nvSpPr>
        <p:spPr>
          <a:xfrm>
            <a:off x="1143000" y="452846"/>
            <a:ext cx="8229600" cy="1219200"/>
          </a:xfrm>
          <a:effectLst>
            <a:outerShdw blurRad="50800" dist="38100" dir="18900000" algn="bl" rotWithShape="0">
              <a:prstClr val="black">
                <a:alpha val="40000"/>
              </a:prstClr>
            </a:outerShdw>
          </a:effectLst>
        </p:spPr>
        <p:txBody>
          <a:bodyPr/>
          <a:lstStyle/>
          <a:p>
            <a:r>
              <a:rPr lang="en-US" sz="4400" b="1" dirty="0">
                <a:solidFill>
                  <a:schemeClr val="tx2">
                    <a:lumMod val="40000"/>
                    <a:lumOff val="60000"/>
                  </a:schemeClr>
                </a:solidFill>
              </a:rPr>
              <a:t>LITERATURE</a:t>
            </a:r>
            <a:r>
              <a:rPr lang="en-US" sz="3600" b="1" dirty="0">
                <a:solidFill>
                  <a:schemeClr val="tx2">
                    <a:lumMod val="40000"/>
                    <a:lumOff val="60000"/>
                  </a:schemeClr>
                </a:solidFill>
              </a:rPr>
              <a:t> </a:t>
            </a:r>
            <a:r>
              <a:rPr lang="en-US" sz="4400" b="1" dirty="0">
                <a:solidFill>
                  <a:schemeClr val="tx2">
                    <a:lumMod val="40000"/>
                    <a:lumOff val="60000"/>
                  </a:schemeClr>
                </a:solidFill>
              </a:rPr>
              <a:t>SURVEY</a:t>
            </a:r>
            <a:r>
              <a:rPr lang="en-US" sz="3600" b="1" dirty="0">
                <a:solidFill>
                  <a:schemeClr val="tx2">
                    <a:lumMod val="40000"/>
                    <a:lumOff val="60000"/>
                  </a:schemeClr>
                </a:solidFill>
              </a:rPr>
              <a:t> :</a:t>
            </a:r>
          </a:p>
        </p:txBody>
      </p:sp>
      <p:sp>
        <p:nvSpPr>
          <p:cNvPr id="1048619" name="Content Placeholder 2"/>
          <p:cNvSpPr>
            <a:spLocks noGrp="1"/>
          </p:cNvSpPr>
          <p:nvPr>
            <p:ph sz="quarter" idx="1"/>
          </p:nvPr>
        </p:nvSpPr>
        <p:spPr/>
        <p:txBody>
          <a:bodyPr/>
          <a:lstStyle/>
          <a:p>
            <a:pPr marL="0" indent="0">
              <a:buNone/>
            </a:pPr>
            <a:r>
              <a:rPr lang="en-US" dirty="0"/>
              <a:t>  </a:t>
            </a:r>
          </a:p>
        </p:txBody>
      </p:sp>
      <p:graphicFrame>
        <p:nvGraphicFramePr>
          <p:cNvPr id="4194304" name="Table 3"/>
          <p:cNvGraphicFramePr>
            <a:graphicFrameLocks noGrp="1"/>
          </p:cNvGraphicFramePr>
          <p:nvPr/>
        </p:nvGraphicFramePr>
        <p:xfrm>
          <a:off x="274321" y="1706880"/>
          <a:ext cx="10515601" cy="9906000"/>
        </p:xfrm>
        <a:graphic>
          <a:graphicData uri="http://schemas.openxmlformats.org/drawingml/2006/table">
            <a:tbl>
              <a:tblPr firstRow="1" bandRow="1">
                <a:tableStyleId>{5C22544A-7EE6-4342-B048-85BDC9FD1C3A}</a:tableStyleId>
              </a:tblPr>
              <a:tblGrid>
                <a:gridCol w="487679">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5303522">
                  <a:extLst>
                    <a:ext uri="{9D8B030D-6E8A-4147-A177-3AD203B41FA5}">
                      <a16:colId xmlns:a16="http://schemas.microsoft.com/office/drawing/2014/main" val="20003"/>
                    </a:ext>
                  </a:extLst>
                </a:gridCol>
              </a:tblGrid>
              <a:tr h="731520">
                <a:tc>
                  <a:txBody>
                    <a:bodyPr/>
                    <a:lstStyle/>
                    <a:p>
                      <a:r>
                        <a:rPr lang="en-US" sz="1900" dirty="0"/>
                        <a:t>Sr.</a:t>
                      </a:r>
                    </a:p>
                  </a:txBody>
                  <a:tcPr marL="109728" marR="109728" marT="48768" marB="48768"/>
                </a:tc>
                <a:tc>
                  <a:txBody>
                    <a:bodyPr/>
                    <a:lstStyle/>
                    <a:p>
                      <a:r>
                        <a:rPr lang="en-US" sz="1900" dirty="0"/>
                        <a:t>Title</a:t>
                      </a:r>
                      <a:r>
                        <a:rPr lang="en-US" sz="1900" baseline="0" dirty="0"/>
                        <a:t> of the paper </a:t>
                      </a:r>
                      <a:endParaRPr lang="en-US" sz="1900" dirty="0"/>
                    </a:p>
                  </a:txBody>
                  <a:tcPr marL="109728" marR="109728" marT="48768" marB="48768"/>
                </a:tc>
                <a:tc>
                  <a:txBody>
                    <a:bodyPr/>
                    <a:lstStyle/>
                    <a:p>
                      <a:r>
                        <a:rPr lang="en-US" sz="1900"/>
                        <a:t>Year </a:t>
                      </a:r>
                      <a:r>
                        <a:rPr lang="en-US" sz="1900" dirty="0"/>
                        <a:t>of Publication </a:t>
                      </a:r>
                    </a:p>
                  </a:txBody>
                  <a:tcPr marL="109728" marR="109728" marT="48768" marB="48768"/>
                </a:tc>
                <a:tc>
                  <a:txBody>
                    <a:bodyPr/>
                    <a:lstStyle/>
                    <a:p>
                      <a:r>
                        <a:rPr lang="en-US" sz="1900" dirty="0"/>
                        <a:t>What you studied from this paper /Seed Idea</a:t>
                      </a:r>
                    </a:p>
                  </a:txBody>
                  <a:tcPr marL="109728" marR="109728" marT="48768" marB="48768"/>
                </a:tc>
                <a:extLst>
                  <a:ext uri="{0D108BD9-81ED-4DB2-BD59-A6C34878D82A}">
                    <a16:rowId xmlns:a16="http://schemas.microsoft.com/office/drawing/2014/main" val="10000"/>
                  </a:ext>
                </a:extLst>
              </a:tr>
              <a:tr h="568960">
                <a:tc>
                  <a:txBody>
                    <a:bodyPr/>
                    <a:lstStyle/>
                    <a:p>
                      <a:r>
                        <a:rPr lang="en-US" sz="1900" dirty="0"/>
                        <a:t>1</a:t>
                      </a:r>
                    </a:p>
                  </a:txBody>
                  <a:tcPr marL="109728" marR="109728" marT="48768" marB="48768"/>
                </a:tc>
                <a:tc>
                  <a:txBody>
                    <a:bodyPr/>
                    <a:lstStyle/>
                    <a:p>
                      <a:r>
                        <a:rPr lang="en-US" sz="1900" dirty="0"/>
                        <a:t>JARVIS A VIRTUAL ASSISTANT</a:t>
                      </a:r>
                    </a:p>
                    <a:p>
                      <a:endParaRPr lang="en-US" sz="1900" dirty="0"/>
                    </a:p>
                  </a:txBody>
                  <a:tcPr marL="109728" marR="109728" marT="48768" marB="48768"/>
                </a:tc>
                <a:tc>
                  <a:txBody>
                    <a:bodyPr/>
                    <a:lstStyle/>
                    <a:p>
                      <a:r>
                        <a:rPr lang="en-US" sz="1900" dirty="0"/>
                        <a:t>July 2021</a:t>
                      </a:r>
                    </a:p>
                  </a:txBody>
                  <a:tcPr marL="109728" marR="109728" marT="48768" marB="48768"/>
                </a:tc>
                <a:tc>
                  <a:txBody>
                    <a:bodyPr/>
                    <a:lstStyle/>
                    <a:p>
                      <a:pPr algn="just"/>
                      <a:r>
                        <a:rPr lang="en-US" sz="1900" dirty="0"/>
                        <a:t>This article has examined acknowledgment calculations which are significant in improving voie acknowledgment execution.</a:t>
                      </a:r>
                      <a:endParaRPr lang="zh-CN" altLang="en-US"/>
                    </a:p>
                    <a:p>
                      <a:r>
                        <a:rPr lang="en-US" sz="1900" dirty="0"/>
                        <a:t>In this article, the outcomes show that these systems could utilize successfully for voice acknowledgment purposes.</a:t>
                      </a:r>
                    </a:p>
                  </a:txBody>
                  <a:tcPr marL="109728" marR="109728" marT="48768" marB="48768"/>
                </a:tc>
                <a:extLst>
                  <a:ext uri="{0D108BD9-81ED-4DB2-BD59-A6C34878D82A}">
                    <a16:rowId xmlns:a16="http://schemas.microsoft.com/office/drawing/2014/main" val="10001"/>
                  </a:ext>
                </a:extLst>
              </a:tr>
              <a:tr h="579441">
                <a:tc>
                  <a:txBody>
                    <a:bodyPr/>
                    <a:lstStyle/>
                    <a:p>
                      <a:r>
                        <a:rPr lang="en-US" sz="1900" dirty="0"/>
                        <a:t>2</a:t>
                      </a:r>
                    </a:p>
                  </a:txBody>
                  <a:tcPr marL="109728" marR="109728" marT="48768" marB="48768"/>
                </a:tc>
                <a:tc>
                  <a:txBody>
                    <a:bodyPr/>
                    <a:lstStyle/>
                    <a:p>
                      <a:r>
                        <a:rPr lang="en-US" sz="1900" dirty="0"/>
                        <a:t>JARVIS VOICE ASSISTANT USING PYTHON</a:t>
                      </a:r>
                    </a:p>
                  </a:txBody>
                  <a:tcPr marL="109728" marR="109728" marT="48768" marB="48768"/>
                </a:tc>
                <a:tc>
                  <a:txBody>
                    <a:bodyPr/>
                    <a:lstStyle/>
                    <a:p>
                      <a:r>
                        <a:rPr lang="en-US" sz="1900" dirty="0"/>
                        <a:t>Dec 2021</a:t>
                      </a:r>
                    </a:p>
                  </a:txBody>
                  <a:tcPr marL="109728" marR="109728" marT="48768" marB="48768"/>
                </a:tc>
                <a:tc>
                  <a:txBody>
                    <a:bodyPr/>
                    <a:lstStyle/>
                    <a:p>
                      <a:r>
                        <a:rPr lang="en-US" sz="1900" dirty="0"/>
                        <a:t>In this article, we studied the design and implementation of digital support.</a:t>
                      </a:r>
                    </a:p>
                    <a:p>
                      <a:r>
                        <a:rPr lang="en-US" sz="1900" dirty="0"/>
                        <a:t>This project is built using open-source software modules supported by Visual Studio and may update in the future.</a:t>
                      </a:r>
                    </a:p>
                    <a:p>
                      <a:r>
                        <a:rPr lang="en-US" sz="1900" dirty="0"/>
                        <a:t>This table is useful for disabled and blind people.</a:t>
                      </a:r>
                    </a:p>
                  </a:txBody>
                  <a:tcPr marL="109728" marR="109728" marT="48768" marB="48768"/>
                </a:tc>
                <a:extLst>
                  <a:ext uri="{0D108BD9-81ED-4DB2-BD59-A6C34878D82A}">
                    <a16:rowId xmlns:a16="http://schemas.microsoft.com/office/drawing/2014/main" val="10002"/>
                  </a:ext>
                </a:extLst>
              </a:tr>
              <a:tr h="568960">
                <a:tc>
                  <a:txBody>
                    <a:bodyPr/>
                    <a:lstStyle/>
                    <a:p>
                      <a:r>
                        <a:rPr lang="en-US" sz="1900" dirty="0"/>
                        <a:t>3</a:t>
                      </a:r>
                    </a:p>
                  </a:txBody>
                  <a:tcPr marL="109728" marR="109728" marT="48768" marB="48768"/>
                </a:tc>
                <a:tc>
                  <a:txBody>
                    <a:bodyPr/>
                    <a:lstStyle/>
                    <a:p>
                      <a:r>
                        <a:rPr lang="en-US" sz="1900" dirty="0"/>
                        <a:t>Jarvis: Artificial Intelligence-based Voice Assistant</a:t>
                      </a:r>
                    </a:p>
                  </a:txBody>
                  <a:tcPr marL="109728" marR="109728" marT="48768" marB="48768"/>
                </a:tc>
                <a:tc>
                  <a:txBody>
                    <a:bodyPr/>
                    <a:lstStyle/>
                    <a:p>
                      <a:r>
                        <a:rPr lang="en-US" sz="1900" dirty="0"/>
                        <a:t>2022</a:t>
                      </a:r>
                    </a:p>
                  </a:txBody>
                  <a:tcPr marL="109728" marR="109728" marT="48768" marB="48768"/>
                </a:tc>
                <a:tc>
                  <a:txBody>
                    <a:bodyPr/>
                    <a:lstStyle/>
                    <a:p>
                      <a:r>
                        <a:rPr lang="en-US" sz="1900" dirty="0"/>
                        <a:t>Voice assistants are helpful in a variety of areas, including education, household appliances etc.</a:t>
                      </a:r>
                    </a:p>
                    <a:p>
                      <a:r>
                        <a:rPr lang="en-US" sz="1900" dirty="0"/>
                        <a:t>They are beneficial for illiterate people because they obtain information by simply speaking to the assistant.</a:t>
                      </a:r>
                    </a:p>
                  </a:txBody>
                  <a:tcPr marL="109728" marR="109728" marT="48768" marB="48768"/>
                </a:tc>
                <a:extLst>
                  <a:ext uri="{0D108BD9-81ED-4DB2-BD59-A6C34878D82A}">
                    <a16:rowId xmlns:a16="http://schemas.microsoft.com/office/drawing/2014/main" val="10003"/>
                  </a:ext>
                </a:extLst>
              </a:tr>
              <a:tr h="437843">
                <a:tc>
                  <a:txBody>
                    <a:bodyPr/>
                    <a:lstStyle/>
                    <a:p>
                      <a:r>
                        <a:rPr lang="en-US" sz="1900" dirty="0"/>
                        <a:t>4</a:t>
                      </a:r>
                    </a:p>
                  </a:txBody>
                  <a:tcPr marL="109728" marR="109728" marT="48768" marB="48768"/>
                </a:tc>
                <a:tc>
                  <a:txBody>
                    <a:bodyPr/>
                    <a:lstStyle/>
                    <a:p>
                      <a:r>
                        <a:rPr lang="en-US" sz="1900" dirty="0"/>
                        <a:t>JARVIS - AI Voice Assistant</a:t>
                      </a:r>
                    </a:p>
                  </a:txBody>
                  <a:tcPr marL="109728" marR="109728" marT="48768" marB="48768"/>
                </a:tc>
                <a:tc>
                  <a:txBody>
                    <a:bodyPr/>
                    <a:lstStyle/>
                    <a:p>
                      <a:r>
                        <a:rPr lang="en-US" sz="1900" dirty="0"/>
                        <a:t>2022</a:t>
                      </a:r>
                    </a:p>
                  </a:txBody>
                  <a:tcPr marL="109728" marR="109728" marT="48768" marB="48768"/>
                </a:tc>
                <a:tc>
                  <a:txBody>
                    <a:bodyPr/>
                    <a:lstStyle/>
                    <a:p>
                      <a:r>
                        <a:rPr lang="en-US" sz="1900" dirty="0"/>
                        <a:t>Jarvis - An AI Voice Assistant System uses speech recognition which can reduce workload of humans’ basic activities and can replace some posts like personal secretaries.</a:t>
                      </a:r>
                    </a:p>
                  </a:txBody>
                  <a:tcPr marL="109728" marR="109728" marT="48768" marB="48768"/>
                </a:tc>
                <a:extLst>
                  <a:ext uri="{0D108BD9-81ED-4DB2-BD59-A6C34878D82A}">
                    <a16:rowId xmlns:a16="http://schemas.microsoft.com/office/drawing/2014/main" val="10004"/>
                  </a:ext>
                </a:extLst>
              </a:tr>
              <a:tr h="568960">
                <a:tc>
                  <a:txBody>
                    <a:bodyPr/>
                    <a:lstStyle/>
                    <a:p>
                      <a:r>
                        <a:rPr lang="en-US" sz="1900" dirty="0"/>
                        <a:t>5</a:t>
                      </a:r>
                    </a:p>
                  </a:txBody>
                  <a:tcPr marL="109728" marR="109728" marT="48768" marB="48768"/>
                </a:tc>
                <a:tc>
                  <a:txBody>
                    <a:bodyPr/>
                    <a:lstStyle/>
                    <a:p>
                      <a:r>
                        <a:rPr lang="en-US" sz="1900" dirty="0"/>
                        <a:t>JARVIS: A Virtual Assistant</a:t>
                      </a:r>
                    </a:p>
                  </a:txBody>
                  <a:tcPr marL="109728" marR="109728" marT="48768" marB="48768"/>
                </a:tc>
                <a:tc>
                  <a:txBody>
                    <a:bodyPr/>
                    <a:lstStyle/>
                    <a:p>
                      <a:r>
                        <a:rPr lang="en-US" sz="1900" dirty="0"/>
                        <a:t>Feb 2023</a:t>
                      </a:r>
                    </a:p>
                  </a:txBody>
                  <a:tcPr marL="109728" marR="109728" marT="48768" marB="48768"/>
                </a:tc>
                <a:tc>
                  <a:txBody>
                    <a:bodyPr/>
                    <a:lstStyle/>
                    <a:p>
                      <a:r>
                        <a:rPr lang="en-US" sz="1900" dirty="0"/>
                        <a:t>From this article we have studied A Voice Activated Personal Assistant developed using Python.</a:t>
                      </a:r>
                    </a:p>
                    <a:p>
                      <a:r>
                        <a:rPr lang="en-US" sz="1900" dirty="0"/>
                        <a:t>This virtual assistant currently works online and performs basic tasks like weather updates, streaming music, opening desktop applications, etc.</a:t>
                      </a:r>
                    </a:p>
                    <a:p>
                      <a:r>
                        <a:rPr lang="en-US" sz="1900" dirty="0"/>
                        <a:t>The upcoming updates of this assistant will have machine learning incorporated which will result in better suggestions with IoT to control nearby devices similar to what Amazon’s Alexa does.</a:t>
                      </a:r>
                    </a:p>
                  </a:txBody>
                  <a:tcPr marL="109728" marR="109728" marT="48768" marB="48768"/>
                </a:tc>
                <a:extLst>
                  <a:ext uri="{0D108BD9-81ED-4DB2-BD59-A6C34878D82A}">
                    <a16:rowId xmlns:a16="http://schemas.microsoft.com/office/drawing/2014/main" val="10005"/>
                  </a:ext>
                </a:extLst>
              </a:tr>
            </a:tbl>
          </a:graphicData>
        </a:graphic>
      </p:graphicFrame>
      <p:sp>
        <p:nvSpPr>
          <p:cNvPr id="1048620" name="Slide Number Placeholder 4"/>
          <p:cNvSpPr>
            <a:spLocks noGrp="1"/>
          </p:cNvSpPr>
          <p:nvPr>
            <p:ph type="sldNum" sz="quarter" idx="12"/>
          </p:nvPr>
        </p:nvSpPr>
        <p:spPr/>
        <p:txBody>
          <a:bodyPr/>
          <a:lstStyle/>
          <a:p>
            <a:fld id="{066DDBF9-D030-4D10-9A15-C3156CA54963}" type="slidenum">
              <a:rPr lang="en-US" smtClean="0"/>
              <a:t>7</a:t>
            </a:fld>
            <a:endParaRPr lang="en-US"/>
          </a:p>
        </p:txBody>
      </p:sp>
      <p:sp>
        <p:nvSpPr>
          <p:cNvPr id="1048621" name="Footer Placeholder 5"/>
          <p:cNvSpPr>
            <a:spLocks noGrp="1"/>
          </p:cNvSpPr>
          <p:nvPr>
            <p:ph type="ftr" sz="quarter" idx="11"/>
          </p:nvPr>
        </p:nvSpPr>
        <p:spPr/>
        <p:txBody>
          <a:bodyPr/>
          <a:lstStyle/>
          <a:p>
            <a:r>
              <a:rPr lang="en-US"/>
              <a:t>Your Seminar Title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Slide Number Placeholder 5"/>
          <p:cNvSpPr>
            <a:spLocks noGrp="1"/>
          </p:cNvSpPr>
          <p:nvPr>
            <p:ph type="sldNum" sz="quarter" idx="12"/>
          </p:nvPr>
        </p:nvSpPr>
        <p:spPr/>
        <p:txBody>
          <a:bodyPr/>
          <a:lstStyle/>
          <a:p>
            <a:fld id="{B6F15528-21DE-4FAA-801E-634DDDAF4B2B}" type="slidenum">
              <a:rPr lang="en-US" smtClean="0"/>
              <a:t>8</a:t>
            </a:fld>
            <a:endParaRPr lang="en-US" dirty="0"/>
          </a:p>
        </p:txBody>
      </p:sp>
      <p:sp>
        <p:nvSpPr>
          <p:cNvPr id="1048623" name="Footer Placeholder 6"/>
          <p:cNvSpPr>
            <a:spLocks noGrp="1"/>
          </p:cNvSpPr>
          <p:nvPr>
            <p:ph type="ftr" sz="quarter" idx="11"/>
          </p:nvPr>
        </p:nvSpPr>
        <p:spPr/>
        <p:txBody>
          <a:bodyPr/>
          <a:lstStyle/>
          <a:p>
            <a:r>
              <a:rPr lang="en-US" dirty="0"/>
              <a:t>Seminar Title Goes here</a:t>
            </a:r>
          </a:p>
        </p:txBody>
      </p:sp>
      <p:pic>
        <p:nvPicPr>
          <p:cNvPr id="2097155" name="Content Placeholder 2"/>
          <p:cNvPicPr>
            <a:picLocks noGrp="1" noChangeAspect="1"/>
          </p:cNvPicPr>
          <p:nvPr>
            <p:ph idx="1"/>
          </p:nvPr>
        </p:nvPicPr>
        <p:blipFill>
          <a:blip r:embed="rId2"/>
          <a:stretch>
            <a:fillRect/>
          </a:stretch>
        </p:blipFill>
        <p:spPr>
          <a:xfrm>
            <a:off x="762000" y="1915886"/>
            <a:ext cx="9525000" cy="4724400"/>
          </a:xfrm>
        </p:spPr>
      </p:pic>
      <p:sp>
        <p:nvSpPr>
          <p:cNvPr id="1048624" name="Title 5"/>
          <p:cNvSpPr>
            <a:spLocks noGrp="1"/>
          </p:cNvSpPr>
          <p:nvPr>
            <p:ph type="title"/>
          </p:nvPr>
        </p:nvSpPr>
        <p:spPr>
          <a:xfrm>
            <a:off x="1219199" y="156512"/>
            <a:ext cx="7946571" cy="1219200"/>
          </a:xfrm>
          <a:effectLst>
            <a:outerShdw blurRad="50800" dist="38100" dir="18900000" algn="bl" rotWithShape="0">
              <a:prstClr val="black">
                <a:alpha val="40000"/>
              </a:prstClr>
            </a:outerShdw>
          </a:effectLst>
        </p:spPr>
        <p:txBody>
          <a:bodyPr anchor="ctr"/>
          <a:lstStyle/>
          <a:p>
            <a:r>
              <a:rPr lang="en-US" sz="4400" b="1" dirty="0">
                <a:solidFill>
                  <a:schemeClr val="tx2">
                    <a:lumMod val="40000"/>
                    <a:lumOff val="60000"/>
                  </a:schemeClr>
                </a:solidFill>
              </a:rPr>
              <a:t>SYSTEM ARCHITECTURE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Footer Placeholder 1"/>
          <p:cNvSpPr>
            <a:spLocks noGrp="1"/>
          </p:cNvSpPr>
          <p:nvPr>
            <p:ph type="ftr" sz="quarter" idx="11"/>
          </p:nvPr>
        </p:nvSpPr>
        <p:spPr/>
        <p:txBody>
          <a:bodyPr/>
          <a:lstStyle/>
          <a:p>
            <a:r>
              <a:rPr lang="en-US"/>
              <a:t>Seminar Title Goes here</a:t>
            </a:r>
            <a:endParaRPr lang="en-US" dirty="0"/>
          </a:p>
        </p:txBody>
      </p:sp>
      <p:sp>
        <p:nvSpPr>
          <p:cNvPr id="1048629" name="Slide Number Placeholder 2"/>
          <p:cNvSpPr>
            <a:spLocks noGrp="1"/>
          </p:cNvSpPr>
          <p:nvPr>
            <p:ph type="sldNum" sz="quarter" idx="12"/>
          </p:nvPr>
        </p:nvSpPr>
        <p:spPr/>
        <p:txBody>
          <a:bodyPr/>
          <a:lstStyle/>
          <a:p>
            <a:fld id="{B6F15528-21DE-4FAA-801E-634DDDAF4B2B}" type="slidenum">
              <a:rPr lang="en-US" smtClean="0"/>
              <a:t>9</a:t>
            </a:fld>
            <a:endParaRPr lang="en-US" dirty="0"/>
          </a:p>
        </p:txBody>
      </p:sp>
      <p:pic>
        <p:nvPicPr>
          <p:cNvPr id="2097156" name="Picture 4"/>
          <p:cNvPicPr>
            <a:picLocks noChangeAspect="1"/>
          </p:cNvPicPr>
          <p:nvPr/>
        </p:nvPicPr>
        <p:blipFill>
          <a:blip r:embed="rId2"/>
          <a:stretch>
            <a:fillRect/>
          </a:stretch>
        </p:blipFill>
        <p:spPr>
          <a:xfrm>
            <a:off x="1143000" y="1295400"/>
            <a:ext cx="8839200" cy="5219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Title 1"/>
          <p:cNvSpPr>
            <a:spLocks noGrp="1"/>
          </p:cNvSpPr>
          <p:nvPr>
            <p:ph type="ctrTitle"/>
          </p:nvPr>
        </p:nvSpPr>
        <p:spPr>
          <a:xfrm>
            <a:off x="1143000" y="304801"/>
            <a:ext cx="8077200" cy="1219200"/>
          </a:xfrm>
          <a:effectLst>
            <a:outerShdw blurRad="50800" dist="38100" dir="18900000" algn="bl" rotWithShape="0">
              <a:prstClr val="black">
                <a:alpha val="40000"/>
              </a:prstClr>
            </a:outerShdw>
          </a:effectLst>
        </p:spPr>
        <p:txBody>
          <a:bodyPr/>
          <a:lstStyle/>
          <a:p>
            <a:r>
              <a:rPr lang="en-IN" sz="4400" b="1" dirty="0">
                <a:solidFill>
                  <a:schemeClr val="tx2">
                    <a:lumMod val="40000"/>
                    <a:lumOff val="60000"/>
                  </a:schemeClr>
                </a:solidFill>
              </a:rPr>
              <a:t>ALGORITHM :</a:t>
            </a:r>
          </a:p>
        </p:txBody>
      </p:sp>
      <p:sp>
        <p:nvSpPr>
          <p:cNvPr id="1048631" name="Subtitle 2"/>
          <p:cNvSpPr>
            <a:spLocks noGrp="1"/>
          </p:cNvSpPr>
          <p:nvPr>
            <p:ph type="subTitle" idx="1"/>
          </p:nvPr>
        </p:nvSpPr>
        <p:spPr>
          <a:xfrm>
            <a:off x="152400" y="1447800"/>
            <a:ext cx="10668000" cy="5867400"/>
          </a:xfrm>
        </p:spPr>
        <p:txBody>
          <a:bodyPr>
            <a:normAutofit/>
          </a:bodyPr>
          <a:lstStyle/>
          <a:p>
            <a:pPr algn="just"/>
            <a:r>
              <a:rPr lang="en-IN" sz="2800" b="1" dirty="0">
                <a:solidFill>
                  <a:schemeClr val="tx1"/>
                </a:solidFill>
                <a:latin typeface="Times New Roman" panose="02020603050405020304" pitchFamily="18" charset="0"/>
                <a:cs typeface="Times New Roman" panose="02020603050405020304" pitchFamily="18" charset="0"/>
              </a:rPr>
              <a:t>NATURAL LANGUAGE PROCESSING</a:t>
            </a:r>
          </a:p>
          <a:p>
            <a:pPr marL="457200" indent="-457200" algn="just">
              <a:buFont typeface="+mj-lt"/>
              <a:buAutoNum type="arabicPeriod"/>
            </a:pPr>
            <a:r>
              <a:rPr lang="en-US" sz="2000" b="0" i="0" dirty="0">
                <a:solidFill>
                  <a:schemeClr val="tx1"/>
                </a:solidFill>
                <a:effectLst/>
                <a:latin typeface="Times New Roman" panose="02020603050405020304" pitchFamily="18" charset="0"/>
                <a:cs typeface="Times New Roman" panose="02020603050405020304" pitchFamily="18" charset="0"/>
              </a:rPr>
              <a:t>NLP is an applied artificial intelligence (AI) program that helps your chatbot analyze and understand the natural human language communicating with your customers. </a:t>
            </a:r>
          </a:p>
          <a:p>
            <a:pPr marL="457200" indent="-457200" algn="just">
              <a:buFont typeface="+mj-lt"/>
              <a:buAutoNum type="arabicPeriod"/>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000" b="0" i="0" dirty="0">
                <a:solidFill>
                  <a:schemeClr val="tx1"/>
                </a:solidFill>
                <a:effectLst/>
                <a:latin typeface="Times New Roman" panose="02020603050405020304" pitchFamily="18" charset="0"/>
                <a:cs typeface="Times New Roman" panose="02020603050405020304" pitchFamily="18" charset="0"/>
              </a:rPr>
              <a:t>NLP helps chatbots understand, analyze and prioritize the questions according to their complexity &amp; this enables bots to respond to customer queries faster than human beings.</a:t>
            </a:r>
            <a:endParaRPr lang="en-IN" sz="4400" b="1" dirty="0">
              <a:solidFill>
                <a:schemeClr val="tx1"/>
              </a:solidFill>
              <a:latin typeface="Times New Roman" panose="02020603050405020304" pitchFamily="18" charset="0"/>
              <a:cs typeface="Times New Roman" panose="02020603050405020304" pitchFamily="18" charset="0"/>
            </a:endParaRPr>
          </a:p>
        </p:txBody>
      </p:sp>
      <p:pic>
        <p:nvPicPr>
          <p:cNvPr id="2097157" name="Picture 4"/>
          <p:cNvPicPr>
            <a:picLocks noChangeAspect="1"/>
          </p:cNvPicPr>
          <p:nvPr/>
        </p:nvPicPr>
        <p:blipFill>
          <a:blip r:embed="rId2"/>
          <a:stretch>
            <a:fillRect/>
          </a:stretch>
        </p:blipFill>
        <p:spPr>
          <a:xfrm>
            <a:off x="0" y="4381500"/>
            <a:ext cx="10972800" cy="2194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ctrTitle"/>
          </p:nvPr>
        </p:nvSpPr>
        <p:spPr>
          <a:xfrm>
            <a:off x="1219200" y="228601"/>
            <a:ext cx="8077200" cy="1143000"/>
          </a:xfrm>
          <a:effectLst>
            <a:outerShdw blurRad="50800" dist="38100" dir="18900000" algn="bl" rotWithShape="0">
              <a:prstClr val="black">
                <a:alpha val="40000"/>
              </a:prstClr>
            </a:outerShdw>
          </a:effectLst>
        </p:spPr>
        <p:txBody>
          <a:bodyPr/>
          <a:lstStyle/>
          <a:p>
            <a:r>
              <a:rPr lang="en-US" sz="4400" b="1" dirty="0">
                <a:solidFill>
                  <a:schemeClr val="tx2">
                    <a:lumMod val="40000"/>
                    <a:lumOff val="60000"/>
                  </a:schemeClr>
                </a:solidFill>
                <a:effectLst/>
                <a:latin typeface="Calibri" panose="020F0502020204030204" pitchFamily="34" charset="0"/>
                <a:ea typeface="Calibri" panose="020F0502020204030204" pitchFamily="34" charset="0"/>
              </a:rPr>
              <a:t>PYTHON LIBRARIES:</a:t>
            </a:r>
            <a:endParaRPr lang="en-IN" sz="5400" dirty="0">
              <a:solidFill>
                <a:schemeClr val="tx2">
                  <a:lumMod val="40000"/>
                  <a:lumOff val="60000"/>
                </a:schemeClr>
              </a:solidFill>
            </a:endParaRPr>
          </a:p>
        </p:txBody>
      </p:sp>
      <p:sp>
        <p:nvSpPr>
          <p:cNvPr id="1048633" name="Subtitle 2"/>
          <p:cNvSpPr>
            <a:spLocks noGrp="1"/>
          </p:cNvSpPr>
          <p:nvPr>
            <p:ph type="subTitle" idx="1"/>
          </p:nvPr>
        </p:nvSpPr>
        <p:spPr>
          <a:xfrm>
            <a:off x="76200" y="1752600"/>
            <a:ext cx="10287000" cy="5334000"/>
          </a:xfrm>
        </p:spPr>
        <p:txBody>
          <a:bodyPr>
            <a:normAutofit fontScale="55556" lnSpcReduction="20000"/>
          </a:bodyPr>
          <a:lstStyle/>
          <a:p>
            <a:pPr marL="571500" indent="-571500" algn="l">
              <a:buFont typeface="Arial" panose="020B0604020202020204" pitchFamily="34" charset="0"/>
              <a:buChar char="•"/>
            </a:pPr>
            <a:r>
              <a:rPr lang="en-US" sz="3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pyttsx3:</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It is a python library that converts text to speech.</a:t>
            </a:r>
          </a:p>
          <a:p>
            <a:pPr marL="571500" indent="-571500" algn="l">
              <a:buFont typeface="Arial" panose="020B0604020202020204" pitchFamily="34" charset="0"/>
              <a:buChar char="•"/>
            </a:pPr>
            <a:endPar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l">
              <a:buFont typeface="Arial" panose="020B0604020202020204" pitchFamily="34" charset="0"/>
              <a:buChar char="•"/>
            </a:pPr>
            <a:r>
              <a:rPr lang="en-US" sz="3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speech recognition:</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It is a python module that converts speech to text.</a:t>
            </a:r>
          </a:p>
          <a:p>
            <a:pPr marL="571500" indent="-571500" algn="l">
              <a:buFont typeface="Arial" panose="020B0604020202020204" pitchFamily="34" charset="0"/>
              <a:buChar char="•"/>
            </a:pPr>
            <a:endParaRPr lang="en-IN"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l">
              <a:buFont typeface="Arial" panose="020B0604020202020204" pitchFamily="34" charset="0"/>
              <a:buChar char="•"/>
            </a:pPr>
            <a:r>
              <a:rPr lang="en-US" sz="3600"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pywhatkit</a:t>
            </a:r>
            <a:r>
              <a:rPr lang="en-US" sz="3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It is a Python library to send WhatsApp messages at a</a:t>
            </a:r>
            <a:r>
              <a:rPr lang="en-IN" sz="3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particular time with some additional features.</a:t>
            </a:r>
          </a:p>
          <a:p>
            <a:pPr marL="571500" indent="-571500" algn="l">
              <a:buFont typeface="Arial" panose="020B0604020202020204" pitchFamily="34" charset="0"/>
              <a:buChar char="•"/>
            </a:pPr>
            <a:endParaRPr lang="en-IN"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l">
              <a:buFont typeface="Arial" panose="020B0604020202020204" pitchFamily="34" charset="0"/>
              <a:buChar char="•"/>
            </a:pPr>
            <a:r>
              <a:rPr lang="en-US" sz="3600"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DateTime</a:t>
            </a:r>
            <a:r>
              <a:rPr lang="en-US" sz="3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This library provides us with the actual date and time.</a:t>
            </a:r>
          </a:p>
          <a:p>
            <a:pPr marL="571500" indent="-571500" algn="l">
              <a:buFont typeface="Arial" panose="020B0604020202020204" pitchFamily="34" charset="0"/>
              <a:buChar char="•"/>
            </a:pPr>
            <a:endParaRPr lang="en-IN"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l">
              <a:buFont typeface="Arial" panose="020B0604020202020204" pitchFamily="34" charset="0"/>
              <a:buChar char="•"/>
            </a:pPr>
            <a:r>
              <a:rPr lang="en-US" sz="3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Wikipedi</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 It is a Python module for searching anything on</a:t>
            </a:r>
            <a:r>
              <a:rPr lang="en-IN" sz="3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Wikipedia.</a:t>
            </a:r>
          </a:p>
          <a:p>
            <a:pPr marL="571500" indent="-571500" algn="l">
              <a:buFont typeface="Arial" panose="020B0604020202020204" pitchFamily="34" charset="0"/>
              <a:buChar char="•"/>
            </a:pPr>
            <a:endParaRPr lang="en-IN"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l">
              <a:buFont typeface="Arial" panose="020B0604020202020204" pitchFamily="34" charset="0"/>
              <a:buChar char="•"/>
            </a:pPr>
            <a:r>
              <a:rPr lang="en-US" sz="3600"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Smtplib</a:t>
            </a:r>
            <a:r>
              <a:rPr lang="en-US" sz="3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Simple mail transfer protocol that allows us to send mail</a:t>
            </a:r>
            <a:r>
              <a:rPr lang="en-IN" sz="3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and route mail between mail servers.</a:t>
            </a:r>
          </a:p>
          <a:p>
            <a:pPr marL="571500" indent="-571500" algn="l">
              <a:buFont typeface="Arial" panose="020B0604020202020204" pitchFamily="34" charset="0"/>
              <a:buChar char="•"/>
            </a:pPr>
            <a:endParaRPr lang="en-IN"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l">
              <a:buFont typeface="Arial" panose="020B0604020202020204" pitchFamily="34" charset="0"/>
              <a:buChar char="•"/>
            </a:pPr>
            <a:r>
              <a:rPr lang="en-US" sz="3600"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Pyjokes</a:t>
            </a:r>
            <a:r>
              <a:rPr lang="en-US" sz="3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It is a Python library that contains lots of interesting</a:t>
            </a:r>
            <a:r>
              <a:rPr lang="en-IN" sz="3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jokes in it.</a:t>
            </a:r>
          </a:p>
          <a:p>
            <a:pPr marL="571500" indent="-571500" algn="l">
              <a:buFont typeface="Arial" panose="020B0604020202020204" pitchFamily="34" charset="0"/>
              <a:buChar char="•"/>
            </a:pPr>
            <a:endParaRPr lang="en-IN"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l">
              <a:buFont typeface="Arial" panose="020B0604020202020204" pitchFamily="34" charset="0"/>
              <a:buChar char="•"/>
            </a:pPr>
            <a:r>
              <a:rPr lang="en-US" sz="3600"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Webbrowser</a:t>
            </a:r>
            <a:r>
              <a:rPr lang="en-US" sz="36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It provides an interface for displaying web-based documents to users.</a:t>
            </a:r>
            <a:endParaRPr lang="en-IN" sz="3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l"/>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p:txBody>
          <a:bodyPr/>
          <a:lstStyle/>
          <a:p>
            <a:endParaRPr lang="en-IN" dirty="0"/>
          </a:p>
        </p:txBody>
      </p:sp>
      <p:sp>
        <p:nvSpPr>
          <p:cNvPr id="1048635" name="Content Placeholder 2"/>
          <p:cNvSpPr>
            <a:spLocks noGrp="1"/>
          </p:cNvSpPr>
          <p:nvPr>
            <p:ph idx="1"/>
          </p:nvPr>
        </p:nvSpPr>
        <p:spPr>
          <a:xfrm>
            <a:off x="228600" y="1706880"/>
            <a:ext cx="10515600" cy="5462694"/>
          </a:xfrm>
        </p:spPr>
        <p:txBody>
          <a:bodyPr>
            <a:normAutofit lnSpcReduction="10000"/>
          </a:bodyPr>
          <a:lstStyle/>
          <a:p>
            <a:r>
              <a:rPr lang="en-IN" sz="2000" b="1" dirty="0" err="1">
                <a:latin typeface="Times New Roman" panose="02020603050405020304" pitchFamily="18" charset="0"/>
                <a:cs typeface="Times New Roman" panose="02020603050405020304" pitchFamily="18" charset="0"/>
              </a:rPr>
              <a:t>Pyautogui</a:t>
            </a:r>
            <a:r>
              <a:rPr lang="en-IN" sz="2000" dirty="0">
                <a:latin typeface="Times New Roman" panose="02020603050405020304" pitchFamily="18" charset="0"/>
                <a:cs typeface="Times New Roman" panose="02020603050405020304" pitchFamily="18" charset="0"/>
              </a:rPr>
              <a:t>: it is a Python library for the graphical user interface. </a:t>
            </a:r>
          </a:p>
          <a:p>
            <a:endParaRPr lang="en-IN" sz="2000" dirty="0">
              <a:latin typeface="Times New Roman" panose="02020603050405020304" pitchFamily="18" charset="0"/>
              <a:cs typeface="Times New Roman" panose="02020603050405020304" pitchFamily="18" charset="0"/>
            </a:endParaRPr>
          </a:p>
          <a:p>
            <a:r>
              <a:rPr lang="en-IN" sz="2000" b="1" dirty="0" err="1">
                <a:latin typeface="Times New Roman" panose="02020603050405020304" pitchFamily="18" charset="0"/>
                <a:cs typeface="Times New Roman" panose="02020603050405020304" pitchFamily="18" charset="0"/>
              </a:rPr>
              <a:t>Os</a:t>
            </a:r>
            <a:r>
              <a:rPr lang="en-IN" sz="2000" dirty="0">
                <a:latin typeface="Times New Roman" panose="02020603050405020304" pitchFamily="18" charset="0"/>
                <a:cs typeface="Times New Roman" panose="02020603050405020304" pitchFamily="18" charset="0"/>
              </a:rPr>
              <a:t>: it represents operating system-related functionality.</a:t>
            </a:r>
          </a:p>
          <a:p>
            <a:pPr marL="0" indent="0">
              <a:buNone/>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Sys</a:t>
            </a:r>
            <a:r>
              <a:rPr lang="en-IN" sz="2000" dirty="0">
                <a:latin typeface="Times New Roman" panose="02020603050405020304" pitchFamily="18" charset="0"/>
                <a:cs typeface="Times New Roman" panose="02020603050405020304" pitchFamily="18" charset="0"/>
              </a:rPr>
              <a:t>: it allows operating on the interpreter as it provides access to the variable and functions that usually interact strongly with the interpreter.</a:t>
            </a:r>
          </a:p>
          <a:p>
            <a:pPr marL="0" indent="0">
              <a:buNone/>
            </a:pPr>
            <a:endParaRPr lang="en-US" sz="1400" b="1" dirty="0">
              <a:effectLst/>
              <a:latin typeface="Calibri" panose="020F0502020204030204" pitchFamily="34" charset="0"/>
              <a:ea typeface="Calibri" panose="020F0502020204030204" pitchFamily="34" charset="0"/>
            </a:endParaRPr>
          </a:p>
          <a:p>
            <a:pPr marL="0" indent="0">
              <a:buNone/>
            </a:pPr>
            <a:r>
              <a:rPr lang="en-US" sz="3300" b="1" dirty="0">
                <a:effectLst/>
                <a:latin typeface="Calibri" panose="020F0502020204030204" pitchFamily="34" charset="0"/>
                <a:ea typeface="Calibri" panose="020F0502020204030204" pitchFamily="34" charset="0"/>
              </a:rPr>
              <a:t>FUNCTIONS:</a:t>
            </a:r>
            <a:endParaRPr lang="en-IN" sz="3300" b="1" dirty="0">
              <a:effectLst/>
              <a:latin typeface="Calibri" panose="020F0502020204030204" pitchFamily="34" charset="0"/>
              <a:ea typeface="Calibri" panose="020F0502020204030204" pitchFamily="34" charset="0"/>
            </a:endParaRPr>
          </a:p>
          <a:p>
            <a:r>
              <a:rPr lang="en-US" sz="2400" b="1" dirty="0">
                <a:effectLst/>
                <a:latin typeface="Calibri" panose="020F0502020204030204" pitchFamily="34" charset="0"/>
                <a:ea typeface="Calibri" panose="020F0502020204030204" pitchFamily="34" charset="0"/>
              </a:rPr>
              <a:t> </a:t>
            </a:r>
            <a:r>
              <a:rPr lang="en-US" sz="2100" b="1" dirty="0" err="1">
                <a:effectLst/>
                <a:latin typeface="Times New Roman" panose="02020603050405020304" pitchFamily="18" charset="0"/>
                <a:ea typeface="Calibri" panose="020F0502020204030204" pitchFamily="34" charset="0"/>
                <a:cs typeface="Times New Roman" panose="02020603050405020304" pitchFamily="18" charset="0"/>
              </a:rPr>
              <a:t>takeCommand</a:t>
            </a:r>
            <a:r>
              <a:rPr lang="en-US" sz="21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 The function is used to take the command as input</a:t>
            </a:r>
            <a:r>
              <a:rPr lang="en-IN" sz="2100" dirty="0">
                <a:latin typeface="Times New Roman" panose="02020603050405020304" pitchFamily="18" charset="0"/>
                <a:ea typeface="Calibri" panose="020F0502020204030204" pitchFamily="34" charset="0"/>
                <a:cs typeface="Times New Roman" panose="02020603050405020304" pitchFamily="18" charset="0"/>
              </a:rPr>
              <a:t> </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through the microphone of the user and returns the output as a string.</a:t>
            </a:r>
          </a:p>
          <a:p>
            <a:endParaRPr lang="en-IN" sz="2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100" b="1" dirty="0" err="1">
                <a:effectLst/>
                <a:latin typeface="Times New Roman" panose="02020603050405020304" pitchFamily="18" charset="0"/>
                <a:ea typeface="Calibri" panose="020F0502020204030204" pitchFamily="34" charset="0"/>
                <a:cs typeface="Times New Roman" panose="02020603050405020304" pitchFamily="18" charset="0"/>
              </a:rPr>
              <a:t>wishMe</a:t>
            </a:r>
            <a:r>
              <a:rPr lang="en-US" sz="21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100" dirty="0">
                <a:effectLst/>
                <a:latin typeface="Times New Roman" panose="02020603050405020304" pitchFamily="18" charset="0"/>
                <a:ea typeface="Calibri" panose="020F0502020204030204" pitchFamily="34" charset="0"/>
                <a:cs typeface="Times New Roman" panose="02020603050405020304" pitchFamily="18" charset="0"/>
              </a:rPr>
              <a:t>This function greets the user according to the time like Good Morning, Good Afternoon, and Good Evening.</a:t>
            </a:r>
          </a:p>
          <a:p>
            <a:endParaRPr lang="en-IN" sz="2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600" dirty="0">
              <a:effectLst/>
              <a:latin typeface="Calibri" panose="020F0502020204030204" pitchFamily="34" charset="0"/>
              <a:ea typeface="Calibri" panose="020F0502020204030204" pitchFamily="34" charset="0"/>
            </a:endParaRPr>
          </a:p>
          <a:p>
            <a:endParaRPr lang="en-IN" sz="2800" dirty="0">
              <a:latin typeface="Times New Roman" panose="02020603050405020304" pitchFamily="18" charset="0"/>
              <a:cs typeface="Times New Roman" panose="02020603050405020304" pitchFamily="18" charset="0"/>
            </a:endParaRPr>
          </a:p>
        </p:txBody>
      </p:sp>
      <p:sp>
        <p:nvSpPr>
          <p:cNvPr id="1048636" name="Footer Placeholder 3"/>
          <p:cNvSpPr>
            <a:spLocks noGrp="1"/>
          </p:cNvSpPr>
          <p:nvPr>
            <p:ph type="ftr" sz="quarter" idx="11"/>
          </p:nvPr>
        </p:nvSpPr>
        <p:spPr/>
        <p:txBody>
          <a:bodyPr/>
          <a:lstStyle/>
          <a:p>
            <a:r>
              <a:rPr lang="en-US" dirty="0"/>
              <a:t>Seminar Title Goes here</a:t>
            </a:r>
          </a:p>
        </p:txBody>
      </p:sp>
      <p:sp>
        <p:nvSpPr>
          <p:cNvPr id="1048637" name="Slide Number Placeholder 4"/>
          <p:cNvSpPr>
            <a:spLocks noGrp="1"/>
          </p:cNvSpPr>
          <p:nvPr>
            <p:ph type="sldNum" sz="quarter" idx="12"/>
          </p:nvPr>
        </p:nvSpPr>
        <p:spPr/>
        <p:txBody>
          <a:bodyPr/>
          <a:lstStyle/>
          <a:p>
            <a:fld id="{B6F15528-21DE-4FAA-801E-634DDDAF4B2B}"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Content Placeholder 2"/>
          <p:cNvSpPr>
            <a:spLocks noGrp="1"/>
          </p:cNvSpPr>
          <p:nvPr>
            <p:ph idx="1"/>
          </p:nvPr>
        </p:nvSpPr>
        <p:spPr/>
        <p:txBody>
          <a:bodyPr>
            <a:normAutofit fontScale="95000"/>
          </a:bodyPr>
          <a:lstStyle/>
          <a:p>
            <a:pPr algn="l"/>
            <a:r>
              <a:rPr lang="en-US" sz="2000" b="1" u="none" strike="noStrike" baseline="0" dirty="0">
                <a:latin typeface="Times New Roman" panose="02020603050405020304" pitchFamily="18" charset="0"/>
              </a:rPr>
              <a:t>MULTITASKING</a:t>
            </a:r>
            <a:r>
              <a:rPr lang="en-US" sz="2000" dirty="0">
                <a:latin typeface="Times New Roman" panose="02020603050405020304" pitchFamily="18" charset="0"/>
              </a:rPr>
              <a:t>: </a:t>
            </a:r>
            <a:r>
              <a:rPr lang="en-US" sz="2000" b="0" i="0" u="none" strike="noStrike" baseline="0" dirty="0">
                <a:latin typeface="Times New Roman" panose="02020603050405020304" pitchFamily="18" charset="0"/>
              </a:rPr>
              <a:t>Its main application of it can be its multitasking ability. It can ask for continuous instructions one after the other until the user “QUIT” it. </a:t>
            </a:r>
          </a:p>
          <a:p>
            <a:pPr algn="just"/>
            <a:endParaRPr lang="en-US" sz="2000" b="0" i="0" u="none" strike="noStrike" baseline="0" dirty="0">
              <a:latin typeface="Times New Roman" panose="02020603050405020304" pitchFamily="18" charset="0"/>
            </a:endParaRPr>
          </a:p>
          <a:p>
            <a:pPr algn="l"/>
            <a:r>
              <a:rPr lang="en-US" sz="2000" b="1" u="none" strike="noStrike" baseline="0" dirty="0">
                <a:latin typeface="Times New Roman" panose="02020603050405020304" pitchFamily="18" charset="0"/>
              </a:rPr>
              <a:t>NO TRIGGER PHASE</a:t>
            </a:r>
            <a:r>
              <a:rPr lang="en-US" sz="2000" dirty="0">
                <a:latin typeface="Times New Roman" panose="02020603050405020304" pitchFamily="18" charset="0"/>
              </a:rPr>
              <a:t>: </a:t>
            </a:r>
            <a:r>
              <a:rPr lang="en-US" sz="2000" b="0" i="0" u="none" strike="noStrike" baseline="0" dirty="0">
                <a:latin typeface="Times New Roman" panose="02020603050405020304" pitchFamily="18" charset="0"/>
              </a:rPr>
              <a:t>It asks for the instruction and listens to the response that is given by the user without needing any trigger phase and then only executes the task.</a:t>
            </a:r>
          </a:p>
          <a:p>
            <a:pPr algn="l"/>
            <a:endParaRPr lang="en-US" sz="2000" b="0" i="0" u="none" strike="noStrike" baseline="0" dirty="0">
              <a:latin typeface="Times New Roman" panose="02020603050405020304" pitchFamily="18" charset="0"/>
            </a:endParaRPr>
          </a:p>
          <a:p>
            <a:pPr algn="l"/>
            <a:r>
              <a:rPr lang="en-US" sz="2000" b="1" u="none" strike="noStrike" baseline="0" dirty="0">
                <a:latin typeface="Times New Roman" panose="02020603050405020304" pitchFamily="18" charset="0"/>
              </a:rPr>
              <a:t>SAVES TIME</a:t>
            </a:r>
            <a:r>
              <a:rPr lang="en-US" sz="2000" dirty="0">
                <a:latin typeface="Times New Roman" panose="02020603050405020304" pitchFamily="18" charset="0"/>
              </a:rPr>
              <a:t>: </a:t>
            </a:r>
            <a:r>
              <a:rPr lang="en-US" sz="2000" b="0" i="0" u="none" strike="noStrike" baseline="0" dirty="0">
                <a:latin typeface="Times New Roman" panose="02020603050405020304" pitchFamily="18" charset="0"/>
              </a:rPr>
              <a:t>JARVIS is a desktop voice assistant which works on the voice command offered to it, it can do voice searching, voice-activated device control, and can let us complete a set of tasks.</a:t>
            </a:r>
          </a:p>
          <a:p>
            <a:pPr algn="l"/>
            <a:endParaRPr lang="en-US" sz="2000" dirty="0">
              <a:latin typeface="Times New Roman" panose="02020603050405020304" pitchFamily="18" charset="0"/>
            </a:endParaRPr>
          </a:p>
          <a:p>
            <a:pPr algn="l"/>
            <a:r>
              <a:rPr lang="en-IN" sz="2000" b="1" u="none" strike="noStrike" baseline="0" dirty="0">
                <a:latin typeface="Times New Roman" panose="02020603050405020304" pitchFamily="18" charset="0"/>
              </a:rPr>
              <a:t>SECURITY</a:t>
            </a:r>
            <a:r>
              <a:rPr lang="en-IN" sz="2000" b="0" u="none" strike="noStrike" baseline="0" dirty="0">
                <a:latin typeface="Times New Roman" panose="02020603050405020304" pitchFamily="18" charset="0"/>
              </a:rPr>
              <a:t>: </a:t>
            </a:r>
            <a:r>
              <a:rPr lang="en-US" sz="2000" b="0" i="0" u="none" strike="noStrike" baseline="0" dirty="0">
                <a:latin typeface="Times New Roman" panose="02020603050405020304" pitchFamily="18" charset="0"/>
              </a:rPr>
              <a:t>Security testing mainly focuses on vulnerabilities and risks. As JARVIS is a local desktop application, there is no risk of a data breach through remote access. The software is dedicated to a specific system so when the user logs in, it will be activated.</a:t>
            </a:r>
            <a:endParaRPr lang="en-US" sz="2400" b="0" i="0" u="none" strike="noStrike" baseline="0" dirty="0">
              <a:latin typeface="Times New Roman" panose="02020603050405020304" pitchFamily="18" charset="0"/>
            </a:endParaRPr>
          </a:p>
          <a:p>
            <a:pPr algn="l"/>
            <a:endParaRPr lang="en-US" dirty="0"/>
          </a:p>
        </p:txBody>
      </p:sp>
      <p:sp>
        <p:nvSpPr>
          <p:cNvPr id="1048639" name="Footer Placeholder 4"/>
          <p:cNvSpPr>
            <a:spLocks noGrp="1"/>
          </p:cNvSpPr>
          <p:nvPr>
            <p:ph type="ftr" sz="quarter" idx="11"/>
          </p:nvPr>
        </p:nvSpPr>
        <p:spPr/>
        <p:txBody>
          <a:bodyPr/>
          <a:lstStyle/>
          <a:p>
            <a:r>
              <a:rPr lang="en-US" dirty="0"/>
              <a:t>Seminar Title Goes here</a:t>
            </a:r>
          </a:p>
        </p:txBody>
      </p:sp>
      <p:sp>
        <p:nvSpPr>
          <p:cNvPr id="1048640" name="Slide Number Placeholder 5"/>
          <p:cNvSpPr>
            <a:spLocks noGrp="1"/>
          </p:cNvSpPr>
          <p:nvPr>
            <p:ph type="sldNum" sz="quarter" idx="12"/>
          </p:nvPr>
        </p:nvSpPr>
        <p:spPr/>
        <p:txBody>
          <a:bodyPr/>
          <a:lstStyle/>
          <a:p>
            <a:fld id="{B6F15528-21DE-4FAA-801E-634DDDAF4B2B}" type="slidenum">
              <a:rPr lang="en-US" smtClean="0"/>
              <a:t>13</a:t>
            </a:fld>
            <a:endParaRPr lang="en-US" dirty="0"/>
          </a:p>
        </p:txBody>
      </p:sp>
      <p:sp>
        <p:nvSpPr>
          <p:cNvPr id="1048641" name="Rectangle 6"/>
          <p:cNvSpPr/>
          <p:nvPr/>
        </p:nvSpPr>
        <p:spPr>
          <a:xfrm>
            <a:off x="7498080" y="6258560"/>
            <a:ext cx="1859996" cy="409299"/>
          </a:xfrm>
          <a:prstGeom prst="rect">
            <a:avLst/>
          </a:prstGeom>
        </p:spPr>
        <p:txBody>
          <a:bodyPr wrap="none" lIns="104498" tIns="52249" rIns="104498" bIns="52249">
            <a:spAutoFit/>
          </a:bodyPr>
          <a:lstStyle/>
          <a:p>
            <a:r>
              <a:rPr lang="en-US" dirty="0">
                <a:solidFill>
                  <a:srgbClr val="FF0000"/>
                </a:solidFill>
              </a:rPr>
              <a:t>Only one slide</a:t>
            </a:r>
          </a:p>
        </p:txBody>
      </p:sp>
      <p:sp>
        <p:nvSpPr>
          <p:cNvPr id="1048642" name="Title 5"/>
          <p:cNvSpPr>
            <a:spLocks noGrp="1"/>
          </p:cNvSpPr>
          <p:nvPr>
            <p:ph type="title"/>
          </p:nvPr>
        </p:nvSpPr>
        <p:spPr>
          <a:xfrm>
            <a:off x="1219200" y="304800"/>
            <a:ext cx="8153400" cy="1279314"/>
          </a:xfrm>
          <a:effectLst>
            <a:outerShdw blurRad="50800" dist="38100" dir="10800000" algn="r" rotWithShape="0">
              <a:prstClr val="black">
                <a:alpha val="40000"/>
              </a:prstClr>
            </a:outerShdw>
          </a:effectLst>
        </p:spPr>
        <p:txBody>
          <a:bodyPr anchor="ctr"/>
          <a:lstStyle/>
          <a:p>
            <a:r>
              <a:rPr lang="en-US" sz="4400" b="1" dirty="0">
                <a:solidFill>
                  <a:schemeClr val="tx2">
                    <a:lumMod val="40000"/>
                    <a:lumOff val="60000"/>
                  </a:schemeClr>
                </a:solidFill>
              </a:rPr>
              <a:t>APPLICATIONS</a:t>
            </a:r>
            <a:r>
              <a:rPr lang="en-US" sz="5400" b="1" dirty="0">
                <a:solidFill>
                  <a:schemeClr val="tx2">
                    <a:lumMod val="40000"/>
                    <a:lumOff val="60000"/>
                  </a:schemeClr>
                </a:solidFill>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Content Placeholder 2"/>
          <p:cNvSpPr>
            <a:spLocks noGrp="1"/>
          </p:cNvSpPr>
          <p:nvPr>
            <p:ph idx="1"/>
          </p:nvPr>
        </p:nvSpPr>
        <p:spPr>
          <a:xfrm>
            <a:off x="381000" y="1634322"/>
            <a:ext cx="9875520" cy="4827694"/>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This study has found that generally…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JARVIS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is a very helpful voice assistant without any doubt as it saves time for the user</a:t>
            </a: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through conversational interactions, effectiveness, and efficiency. But while working on this</a:t>
            </a: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project, there were some limitations encountered and also realized some scope for</a:t>
            </a: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enhancement in the future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sp>
        <p:nvSpPr>
          <p:cNvPr id="1048644" name="Footer Placeholder 4"/>
          <p:cNvSpPr>
            <a:spLocks noGrp="1"/>
          </p:cNvSpPr>
          <p:nvPr>
            <p:ph type="ftr" sz="quarter" idx="11"/>
          </p:nvPr>
        </p:nvSpPr>
        <p:spPr/>
        <p:txBody>
          <a:bodyPr/>
          <a:lstStyle/>
          <a:p>
            <a:r>
              <a:rPr lang="en-US" dirty="0"/>
              <a:t>Seminar Title Goes here</a:t>
            </a:r>
          </a:p>
        </p:txBody>
      </p:sp>
      <p:sp>
        <p:nvSpPr>
          <p:cNvPr id="1048645" name="Slide Number Placeholder 5"/>
          <p:cNvSpPr>
            <a:spLocks noGrp="1"/>
          </p:cNvSpPr>
          <p:nvPr>
            <p:ph type="sldNum" sz="quarter" idx="12"/>
          </p:nvPr>
        </p:nvSpPr>
        <p:spPr/>
        <p:txBody>
          <a:bodyPr/>
          <a:lstStyle/>
          <a:p>
            <a:fld id="{B6F15528-21DE-4FAA-801E-634DDDAF4B2B}" type="slidenum">
              <a:rPr lang="en-US" smtClean="0"/>
              <a:t>14</a:t>
            </a:fld>
            <a:endParaRPr lang="en-US" dirty="0"/>
          </a:p>
        </p:txBody>
      </p:sp>
      <p:sp>
        <p:nvSpPr>
          <p:cNvPr id="1048646" name="Rectangle 6"/>
          <p:cNvSpPr/>
          <p:nvPr/>
        </p:nvSpPr>
        <p:spPr>
          <a:xfrm>
            <a:off x="7498080" y="6258560"/>
            <a:ext cx="1859996" cy="409299"/>
          </a:xfrm>
          <a:prstGeom prst="rect">
            <a:avLst/>
          </a:prstGeom>
        </p:spPr>
        <p:txBody>
          <a:bodyPr wrap="none" lIns="104498" tIns="52249" rIns="104498" bIns="52249">
            <a:spAutoFit/>
          </a:bodyPr>
          <a:lstStyle/>
          <a:p>
            <a:r>
              <a:rPr lang="en-US" dirty="0">
                <a:solidFill>
                  <a:srgbClr val="FF0000"/>
                </a:solidFill>
              </a:rPr>
              <a:t>Only one slide</a:t>
            </a:r>
          </a:p>
        </p:txBody>
      </p:sp>
      <p:sp>
        <p:nvSpPr>
          <p:cNvPr id="1048647" name="Title 5"/>
          <p:cNvSpPr>
            <a:spLocks noGrp="1"/>
          </p:cNvSpPr>
          <p:nvPr>
            <p:ph type="title"/>
          </p:nvPr>
        </p:nvSpPr>
        <p:spPr>
          <a:xfrm>
            <a:off x="1143000" y="228601"/>
            <a:ext cx="8116220" cy="1180494"/>
          </a:xfrm>
          <a:effectLst>
            <a:outerShdw blurRad="50800" dist="38100" dir="18900000" algn="bl" rotWithShape="0">
              <a:prstClr val="black">
                <a:alpha val="40000"/>
              </a:prstClr>
            </a:outerShdw>
          </a:effectLst>
        </p:spPr>
        <p:txBody>
          <a:bodyPr anchor="ctr"/>
          <a:lstStyle/>
          <a:p>
            <a:r>
              <a:rPr lang="en-US" sz="4400" b="1" dirty="0">
                <a:solidFill>
                  <a:schemeClr val="tx2">
                    <a:lumMod val="40000"/>
                    <a:lumOff val="60000"/>
                  </a:schemeClr>
                </a:solidFill>
              </a:rPr>
              <a:t>CONCLUSION</a:t>
            </a:r>
            <a:r>
              <a:rPr lang="en-US" sz="5400" b="1" dirty="0">
                <a:solidFill>
                  <a:schemeClr val="tx2">
                    <a:lumMod val="40000"/>
                    <a:lumOff val="60000"/>
                  </a:schemeClr>
                </a:solidFill>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Content Placeholder 2"/>
          <p:cNvSpPr>
            <a:spLocks noGrp="1"/>
          </p:cNvSpPr>
          <p:nvPr>
            <p:ph idx="1"/>
          </p:nvPr>
        </p:nvSpPr>
        <p:spPr>
          <a:xfrm>
            <a:off x="548640" y="1752600"/>
            <a:ext cx="9875520" cy="5027506"/>
          </a:xfrm>
        </p:spPr>
        <p:txBody>
          <a:bodyPr>
            <a:normAutofit/>
          </a:bodyPr>
          <a:lstStyle/>
          <a:p>
            <a:r>
              <a:rPr lang="en-US" sz="2000" b="0" i="0" u="none" strike="noStrike" baseline="0" dirty="0" err="1">
                <a:latin typeface="Times New Roman" panose="02020603050405020304" pitchFamily="18" charset="0"/>
              </a:rPr>
              <a:t>Rabiner</a:t>
            </a:r>
            <a:r>
              <a:rPr lang="en-US" sz="2000" b="0" i="0" u="none" strike="noStrike" baseline="0" dirty="0">
                <a:latin typeface="Times New Roman" panose="02020603050405020304" pitchFamily="18" charset="0"/>
              </a:rPr>
              <a:t> Lawrence, </a:t>
            </a:r>
            <a:r>
              <a:rPr lang="en-US" sz="2000" b="0" i="0" u="none" strike="noStrike" baseline="0" dirty="0" err="1">
                <a:latin typeface="Times New Roman" panose="02020603050405020304" pitchFamily="18" charset="0"/>
              </a:rPr>
              <a:t>Juang</a:t>
            </a:r>
            <a:r>
              <a:rPr lang="en-US" sz="2000" b="0" i="0" u="none" strike="noStrike" baseline="0" dirty="0">
                <a:latin typeface="Times New Roman" panose="02020603050405020304" pitchFamily="18" charset="0"/>
              </a:rPr>
              <a:t> Bing-Hwang. Fundamentals of Speech Recognition Prentice Hall, New Jersey, 1993, ISBN 0-13015157-2</a:t>
            </a:r>
          </a:p>
          <a:p>
            <a:pPr algn="l"/>
            <a:r>
              <a:rPr lang="en-US" sz="2000" b="0" i="0" u="none" strike="noStrike" baseline="0" dirty="0">
                <a:latin typeface="Times New Roman" panose="02020603050405020304" pitchFamily="18" charset="0"/>
              </a:rPr>
              <a:t>Deller John R., Jr., Hansen John J.L., </a:t>
            </a:r>
            <a:r>
              <a:rPr lang="en-US" sz="2000" b="0" i="0" u="none" strike="noStrike" baseline="0" dirty="0" err="1">
                <a:latin typeface="Times New Roman" panose="02020603050405020304" pitchFamily="18" charset="0"/>
              </a:rPr>
              <a:t>Proakis</a:t>
            </a:r>
            <a:r>
              <a:rPr lang="en-US" sz="2000" b="0" i="0" u="none" strike="noStrike" baseline="0" dirty="0">
                <a:latin typeface="Times New Roman" panose="02020603050405020304" pitchFamily="18" charset="0"/>
              </a:rPr>
              <a:t> John G., </a:t>
            </a:r>
            <a:r>
              <a:rPr lang="en-US" sz="2000" b="0" i="0" u="none" strike="noStrike" baseline="0" dirty="0" err="1">
                <a:latin typeface="Times New Roman" panose="02020603050405020304" pitchFamily="18" charset="0"/>
              </a:rPr>
              <a:t>DiscreteTime</a:t>
            </a:r>
            <a:r>
              <a:rPr lang="en-US" sz="2000" b="0" i="0" u="none" strike="noStrike" baseline="0" dirty="0">
                <a:latin typeface="Times New Roman" panose="02020603050405020304" pitchFamily="18" charset="0"/>
              </a:rPr>
              <a:t> Processing of Speech Signals, IEEE Press, ISBN 0-78035386-2</a:t>
            </a:r>
          </a:p>
          <a:p>
            <a:pPr algn="l"/>
            <a:r>
              <a:rPr lang="en-US" sz="2000" b="0" i="0" u="none" strike="noStrike" baseline="0" dirty="0">
                <a:latin typeface="Times New Roman" panose="02020603050405020304" pitchFamily="18" charset="0"/>
              </a:rPr>
              <a:t>Hayes H. Monson, Statistical Digital Signal Processing and Modeling, John Wiley &amp; Sons Inc., Toronto, 1996, ISBN 0-47159431-8</a:t>
            </a:r>
          </a:p>
          <a:p>
            <a:pPr algn="l"/>
            <a:r>
              <a:rPr lang="en-US" sz="2000" b="0" i="0" u="none" strike="noStrike" baseline="0" dirty="0" err="1">
                <a:latin typeface="Times New Roman" panose="02020603050405020304" pitchFamily="18" charset="0"/>
              </a:rPr>
              <a:t>Proakis</a:t>
            </a:r>
            <a:r>
              <a:rPr lang="en-US" sz="2000" b="0" i="0" u="none" strike="noStrike" baseline="0" dirty="0">
                <a:latin typeface="Times New Roman" panose="02020603050405020304" pitchFamily="18" charset="0"/>
              </a:rPr>
              <a:t> John G., </a:t>
            </a:r>
            <a:r>
              <a:rPr lang="en-US" sz="2000" b="0" i="0" u="none" strike="noStrike" baseline="0" dirty="0" err="1">
                <a:latin typeface="Times New Roman" panose="02020603050405020304" pitchFamily="18" charset="0"/>
              </a:rPr>
              <a:t>Manolakis</a:t>
            </a:r>
            <a:r>
              <a:rPr lang="en-US" sz="2000" b="0" i="0" u="none" strike="noStrike" baseline="0" dirty="0">
                <a:latin typeface="Times New Roman" panose="02020603050405020304" pitchFamily="18" charset="0"/>
              </a:rPr>
              <a:t> Dimitris G., Digital Signal Processing, principles, algorithms, and applications, Third Edition, Prentice Hall, New Jersey, </a:t>
            </a:r>
            <a:r>
              <a:rPr lang="en-IN" sz="2000" b="0" i="0" u="none" strike="noStrike" baseline="0" dirty="0">
                <a:latin typeface="Times New Roman" panose="02020603050405020304" pitchFamily="18" charset="0"/>
              </a:rPr>
              <a:t>1996, ISBN 0-13- 394338-9</a:t>
            </a:r>
          </a:p>
          <a:p>
            <a:pPr algn="l"/>
            <a:r>
              <a:rPr lang="en-US" sz="2000" b="0" i="0" u="none" strike="noStrike" baseline="0" dirty="0">
                <a:latin typeface="Times New Roman" panose="02020603050405020304" pitchFamily="18" charset="0"/>
              </a:rPr>
              <a:t>Ashish Jain, </a:t>
            </a:r>
            <a:r>
              <a:rPr lang="en-US" sz="2000" b="0" i="0" u="none" strike="noStrike" baseline="0" dirty="0" err="1">
                <a:latin typeface="Times New Roman" panose="02020603050405020304" pitchFamily="18" charset="0"/>
              </a:rPr>
              <a:t>Hohn</a:t>
            </a:r>
            <a:r>
              <a:rPr lang="en-US" sz="2000" b="0" i="0" u="none" strike="noStrike" baseline="0" dirty="0">
                <a:latin typeface="Times New Roman" panose="02020603050405020304" pitchFamily="18" charset="0"/>
              </a:rPr>
              <a:t> Harris, Speaker identification using MFCC and HMM-based techniques, university Of Florida, April 25, 2004.</a:t>
            </a:r>
            <a:endParaRPr lang="en-US" sz="3200" dirty="0"/>
          </a:p>
          <a:p>
            <a:r>
              <a:rPr lang="en-US" sz="2000" b="0" i="0" u="none" strike="noStrike" baseline="0" dirty="0">
                <a:solidFill>
                  <a:srgbClr val="000000"/>
                </a:solidFill>
                <a:latin typeface="Times New Roman" panose="02020603050405020304" pitchFamily="18" charset="0"/>
              </a:rPr>
              <a:t>Subhas </a:t>
            </a:r>
            <a:r>
              <a:rPr lang="en-US" sz="2000" b="0" i="0" u="none" strike="noStrike" baseline="0" dirty="0" err="1">
                <a:solidFill>
                  <a:srgbClr val="000000"/>
                </a:solidFill>
                <a:latin typeface="Times New Roman" panose="02020603050405020304" pitchFamily="18" charset="0"/>
              </a:rPr>
              <a:t>mani</a:t>
            </a:r>
            <a:r>
              <a:rPr lang="en-US" sz="2000" b="0" i="0" u="none" strike="noStrike" baseline="0" dirty="0">
                <a:solidFill>
                  <a:srgbClr val="000000"/>
                </a:solidFill>
                <a:latin typeface="Times New Roman" panose="02020603050405020304" pitchFamily="18" charset="0"/>
              </a:rPr>
              <a:t> </a:t>
            </a:r>
            <a:r>
              <a:rPr lang="en-US" sz="2000" b="0" i="0" u="none" strike="noStrike" baseline="0" dirty="0" err="1">
                <a:solidFill>
                  <a:srgbClr val="000000"/>
                </a:solidFill>
                <a:latin typeface="Times New Roman" panose="02020603050405020304" pitchFamily="18" charset="0"/>
              </a:rPr>
              <a:t>Kaushal,Megha</a:t>
            </a:r>
            <a:r>
              <a:rPr lang="en-US" sz="2000" b="0" i="0" u="none" strike="noStrike" baseline="0" dirty="0">
                <a:solidFill>
                  <a:srgbClr val="000000"/>
                </a:solidFill>
                <a:latin typeface="Times New Roman" panose="02020603050405020304" pitchFamily="18" charset="0"/>
              </a:rPr>
              <a:t> Mishra(IRJET)volume:07 Issue:09|sep 2020 </a:t>
            </a:r>
          </a:p>
          <a:p>
            <a:r>
              <a:rPr lang="en-US" sz="2000" b="0" i="0" u="none" strike="noStrike" baseline="0" dirty="0">
                <a:solidFill>
                  <a:srgbClr val="000000"/>
                </a:solidFill>
                <a:latin typeface="Times New Roman" panose="02020603050405020304" pitchFamily="18" charset="0"/>
              </a:rPr>
              <a:t>B. Marr, The Amazing Ways Google Uses Deep Learning AI. </a:t>
            </a:r>
          </a:p>
          <a:p>
            <a:r>
              <a:rPr lang="en-IN" sz="2000" b="0" i="0" u="none" strike="noStrike" baseline="0" dirty="0">
                <a:solidFill>
                  <a:srgbClr val="000000"/>
                </a:solidFill>
                <a:latin typeface="Times New Roman" panose="02020603050405020304" pitchFamily="18" charset="0"/>
              </a:rPr>
              <a:t>Cortana Intelligence, Google Assistant, Apple Siri. </a:t>
            </a:r>
          </a:p>
          <a:p>
            <a:pPr>
              <a:buNone/>
            </a:pPr>
            <a:endParaRPr lang="en-US" sz="3200" dirty="0"/>
          </a:p>
          <a:p>
            <a:pPr>
              <a:buNone/>
            </a:pPr>
            <a:endParaRPr lang="en-US" sz="2700" dirty="0"/>
          </a:p>
          <a:p>
            <a:pPr>
              <a:buNone/>
            </a:pPr>
            <a:endParaRPr lang="en-US" sz="2700" dirty="0"/>
          </a:p>
          <a:p>
            <a:pPr>
              <a:buNone/>
            </a:pPr>
            <a:endParaRPr lang="en-US" sz="2700" dirty="0"/>
          </a:p>
        </p:txBody>
      </p:sp>
      <p:sp>
        <p:nvSpPr>
          <p:cNvPr id="1048649" name="Footer Placeholder 4"/>
          <p:cNvSpPr>
            <a:spLocks noGrp="1"/>
          </p:cNvSpPr>
          <p:nvPr>
            <p:ph type="ftr" sz="quarter" idx="11"/>
          </p:nvPr>
        </p:nvSpPr>
        <p:spPr/>
        <p:txBody>
          <a:bodyPr/>
          <a:lstStyle/>
          <a:p>
            <a:r>
              <a:rPr lang="en-US" dirty="0"/>
              <a:t>Seminar Title Goes here</a:t>
            </a:r>
          </a:p>
        </p:txBody>
      </p:sp>
      <p:sp>
        <p:nvSpPr>
          <p:cNvPr id="1048650" name="Slide Number Placeholder 5"/>
          <p:cNvSpPr>
            <a:spLocks noGrp="1"/>
          </p:cNvSpPr>
          <p:nvPr>
            <p:ph type="sldNum" sz="quarter" idx="12"/>
          </p:nvPr>
        </p:nvSpPr>
        <p:spPr/>
        <p:txBody>
          <a:bodyPr/>
          <a:lstStyle/>
          <a:p>
            <a:fld id="{B6F15528-21DE-4FAA-801E-634DDDAF4B2B}" type="slidenum">
              <a:rPr lang="en-US" smtClean="0"/>
              <a:t>15</a:t>
            </a:fld>
            <a:endParaRPr lang="en-US" dirty="0"/>
          </a:p>
        </p:txBody>
      </p:sp>
      <p:sp>
        <p:nvSpPr>
          <p:cNvPr id="1048651" name="Rectangle 6"/>
          <p:cNvSpPr/>
          <p:nvPr/>
        </p:nvSpPr>
        <p:spPr>
          <a:xfrm>
            <a:off x="7498081" y="6258560"/>
            <a:ext cx="2228296" cy="409299"/>
          </a:xfrm>
          <a:prstGeom prst="rect">
            <a:avLst/>
          </a:prstGeom>
        </p:spPr>
        <p:txBody>
          <a:bodyPr wrap="none" lIns="104498" tIns="52249" rIns="104498" bIns="52249">
            <a:spAutoFit/>
          </a:bodyPr>
          <a:lstStyle/>
          <a:p>
            <a:r>
              <a:rPr lang="en-US" dirty="0">
                <a:solidFill>
                  <a:srgbClr val="FF0000"/>
                </a:solidFill>
              </a:rPr>
              <a:t>one or two slides</a:t>
            </a:r>
          </a:p>
        </p:txBody>
      </p:sp>
      <p:sp>
        <p:nvSpPr>
          <p:cNvPr id="1048652" name="Title 5"/>
          <p:cNvSpPr>
            <a:spLocks noGrp="1"/>
          </p:cNvSpPr>
          <p:nvPr>
            <p:ph type="title"/>
          </p:nvPr>
        </p:nvSpPr>
        <p:spPr>
          <a:xfrm>
            <a:off x="1066800" y="228600"/>
            <a:ext cx="8153400" cy="1219200"/>
          </a:xfrm>
          <a:effectLst>
            <a:outerShdw blurRad="50800" dist="38100" dir="18900000" algn="bl" rotWithShape="0">
              <a:prstClr val="black">
                <a:alpha val="40000"/>
              </a:prstClr>
            </a:outerShdw>
          </a:effectLst>
        </p:spPr>
        <p:txBody>
          <a:bodyPr anchor="ctr"/>
          <a:lstStyle/>
          <a:p>
            <a:r>
              <a:rPr lang="en-US" sz="4400" b="1" dirty="0">
                <a:solidFill>
                  <a:schemeClr val="tx2">
                    <a:lumMod val="40000"/>
                    <a:lumOff val="60000"/>
                  </a:schemeClr>
                </a:solidFill>
              </a:rPr>
              <a:t>REFERENCES</a:t>
            </a:r>
            <a:r>
              <a:rPr lang="en-US" sz="5400" b="1" dirty="0">
                <a:solidFill>
                  <a:schemeClr val="tx2">
                    <a:lumMod val="40000"/>
                    <a:lumOff val="60000"/>
                  </a:schemeClr>
                </a:solidFill>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Footer Placeholder 3"/>
          <p:cNvSpPr>
            <a:spLocks noGrp="1"/>
          </p:cNvSpPr>
          <p:nvPr>
            <p:ph type="ftr" sz="quarter" idx="11"/>
          </p:nvPr>
        </p:nvSpPr>
        <p:spPr/>
        <p:txBody>
          <a:bodyPr/>
          <a:lstStyle/>
          <a:p>
            <a:r>
              <a:rPr lang="en-US" dirty="0"/>
              <a:t>Seminar Title Goes here</a:t>
            </a:r>
          </a:p>
        </p:txBody>
      </p:sp>
      <p:sp>
        <p:nvSpPr>
          <p:cNvPr id="1048654" name="Slide Number Placeholder 4"/>
          <p:cNvSpPr>
            <a:spLocks noGrp="1"/>
          </p:cNvSpPr>
          <p:nvPr>
            <p:ph type="sldNum" sz="quarter" idx="12"/>
          </p:nvPr>
        </p:nvSpPr>
        <p:spPr/>
        <p:txBody>
          <a:bodyPr/>
          <a:lstStyle/>
          <a:p>
            <a:fld id="{B6F15528-21DE-4FAA-801E-634DDDAF4B2B}" type="slidenum">
              <a:rPr lang="en-US" smtClean="0"/>
              <a:t>16</a:t>
            </a:fld>
            <a:endParaRPr lang="en-US" dirty="0"/>
          </a:p>
        </p:txBody>
      </p:sp>
      <p:sp>
        <p:nvSpPr>
          <p:cNvPr id="1048655" name="TextBox 5"/>
          <p:cNvSpPr txBox="1"/>
          <p:nvPr/>
        </p:nvSpPr>
        <p:spPr>
          <a:xfrm>
            <a:off x="228600" y="1752600"/>
            <a:ext cx="10515600" cy="1551940"/>
          </a:xfrm>
          <a:prstGeom prst="rect">
            <a:avLst/>
          </a:prstGeom>
          <a:noFill/>
        </p:spPr>
        <p:txBody>
          <a:bodyPr wrap="square" rtlCol="0">
            <a:spAutoFit/>
          </a:bodyPr>
          <a:lstStyle/>
          <a:p>
            <a:r>
              <a:rPr lang="en-US" sz="4400" b="1" dirty="0"/>
              <a:t>URL :</a:t>
            </a:r>
          </a:p>
          <a:p>
            <a:pPr marL="285750" indent="-285750" algn="l">
              <a:buFont typeface="Wingdings" panose="05000000000000000000" pitchFamily="2" charset="2"/>
              <a:buChar char="§"/>
            </a:pPr>
            <a:r>
              <a:rPr lang="en-US" sz="1800" b="0" i="0" u="none" strike="noStrike" baseline="0" dirty="0">
                <a:solidFill>
                  <a:srgbClr val="0000FF"/>
                </a:solidFill>
                <a:latin typeface="Times New Roman" panose="02020603050405020304" pitchFamily="18" charset="0"/>
              </a:rPr>
              <a:t>http://ieeexplore.ieee.org/stamp/stamp.jsp?tp=&amp;arnumber=895976&amp;isn umber=19391</a:t>
            </a:r>
          </a:p>
          <a:p>
            <a:pPr marL="285750" indent="-285750" algn="l">
              <a:buFont typeface="Wingdings" panose="05000000000000000000" pitchFamily="2" charset="2"/>
              <a:buChar char="§"/>
            </a:pPr>
            <a:r>
              <a:rPr lang="en-IN" sz="1800" b="0" i="0" u="none" strike="noStrike" baseline="0" dirty="0">
                <a:solidFill>
                  <a:srgbClr val="0000FF"/>
                </a:solidFill>
                <a:latin typeface="Times New Roman" panose="02020603050405020304" pitchFamily="18" charset="0"/>
              </a:rPr>
              <a:t>https://ieeexplore.ieee.org/Xplore/home.jsp</a:t>
            </a:r>
          </a:p>
          <a:p>
            <a:pPr marL="285750" indent="-285750" algn="l">
              <a:buFont typeface="Wingdings" panose="05000000000000000000" pitchFamily="2" charset="2"/>
              <a:buChar char="§"/>
            </a:pPr>
            <a:r>
              <a:rPr lang="en-IN" sz="1800" b="0" i="0" u="none" strike="noStrike" baseline="0" dirty="0">
                <a:solidFill>
                  <a:srgbClr val="0000FF"/>
                </a:solidFill>
                <a:latin typeface="Times New Roman" panose="02020603050405020304" pitchFamily="18" charset="0"/>
              </a:rPr>
              <a:t>https://en.wikipedia.org/wiki/Main_Page</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1629</Words>
  <Application>Microsoft Office PowerPoint</Application>
  <PresentationFormat>Custom</PresentationFormat>
  <Paragraphs>173</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 Black</vt:lpstr>
      <vt:lpstr>Arial Rounded MT Bold</vt:lpstr>
      <vt:lpstr>Calibri</vt:lpstr>
      <vt:lpstr>Karla</vt:lpstr>
      <vt:lpstr>Times New Roman</vt:lpstr>
      <vt:lpstr>Wingdings</vt:lpstr>
      <vt:lpstr>Office Theme</vt:lpstr>
      <vt:lpstr>PowerPoint Presentation</vt:lpstr>
      <vt:lpstr>TABLE OF CONTENTS :</vt:lpstr>
      <vt:lpstr>CONTENTS :</vt:lpstr>
      <vt:lpstr>INTRODUCTION :</vt:lpstr>
      <vt:lpstr>PowerPoint Presentation</vt:lpstr>
      <vt:lpstr>AIM AND OBJECTIVES :</vt:lpstr>
      <vt:lpstr>LITERATURE SURVEY :</vt:lpstr>
      <vt:lpstr>SYSTEM ARCHITECTURE :</vt:lpstr>
      <vt:lpstr>PowerPoint Presentation</vt:lpstr>
      <vt:lpstr>ALGORITHM :</vt:lpstr>
      <vt:lpstr>PYTHON LIBRARIES:</vt:lpstr>
      <vt:lpstr>PowerPoint Presentation</vt:lpstr>
      <vt:lpstr>APPLICATIONS :</vt:lpstr>
      <vt:lpstr>CONCLUSION :</vt:lpstr>
      <vt:lpstr>REFERENCES :</vt:lpstr>
      <vt:lpstr>PowerPoint Presentation</vt:lpstr>
    </vt:vector>
  </TitlesOfParts>
  <Manager>Nilesh Uke</Manager>
  <Company>TAE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TAE</dc:title>
  <dc:creator>NJUke</dc:creator>
  <cp:lastModifiedBy>shubhangi patil</cp:lastModifiedBy>
  <cp:revision>1</cp:revision>
  <dcterms:created xsi:type="dcterms:W3CDTF">2006-08-15T02:00:00Z</dcterms:created>
  <dcterms:modified xsi:type="dcterms:W3CDTF">2023-11-20T01:22:46Z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d7d4bd14aac443cd8c1f902f54c0f788</vt:lpwstr>
  </property>
</Properties>
</file>